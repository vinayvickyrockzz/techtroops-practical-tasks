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5"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 Tanneru" userId="968262566cf351c4" providerId="LiveId" clId="{097B4A7B-285F-4E61-8D15-EA627C15ABDE}"/>
    <pc:docChg chg="custSel addSld modSld">
      <pc:chgData name="Vinay Tanneru" userId="968262566cf351c4" providerId="LiveId" clId="{097B4A7B-285F-4E61-8D15-EA627C15ABDE}" dt="2026-05-20T17:56:15.184" v="5" actId="1076"/>
      <pc:docMkLst>
        <pc:docMk/>
      </pc:docMkLst>
      <pc:sldChg chg="addSp delSp modSp new mod">
        <pc:chgData name="Vinay Tanneru" userId="968262566cf351c4" providerId="LiveId" clId="{097B4A7B-285F-4E61-8D15-EA627C15ABDE}" dt="2026-05-20T17:56:15.184" v="5" actId="1076"/>
        <pc:sldMkLst>
          <pc:docMk/>
          <pc:sldMk cId="2745126468" sldId="265"/>
        </pc:sldMkLst>
        <pc:spChg chg="del">
          <ac:chgData name="Vinay Tanneru" userId="968262566cf351c4" providerId="LiveId" clId="{097B4A7B-285F-4E61-8D15-EA627C15ABDE}" dt="2026-05-20T17:56:06.414" v="2" actId="478"/>
          <ac:spMkLst>
            <pc:docMk/>
            <pc:sldMk cId="2745126468" sldId="265"/>
            <ac:spMk id="2" creationId="{AE280037-AD3B-6EBE-A123-03F040A3AE79}"/>
          </ac:spMkLst>
        </pc:spChg>
        <pc:spChg chg="del">
          <ac:chgData name="Vinay Tanneru" userId="968262566cf351c4" providerId="LiveId" clId="{097B4A7B-285F-4E61-8D15-EA627C15ABDE}" dt="2026-05-20T17:56:03.206" v="1" actId="22"/>
          <ac:spMkLst>
            <pc:docMk/>
            <pc:sldMk cId="2745126468" sldId="265"/>
            <ac:spMk id="3" creationId="{2EBDBC60-3C1E-72BD-6FAA-C2B88814BB77}"/>
          </ac:spMkLst>
        </pc:spChg>
        <pc:picChg chg="add mod ord">
          <ac:chgData name="Vinay Tanneru" userId="968262566cf351c4" providerId="LiveId" clId="{097B4A7B-285F-4E61-8D15-EA627C15ABDE}" dt="2026-05-20T17:56:15.184" v="5" actId="1076"/>
          <ac:picMkLst>
            <pc:docMk/>
            <pc:sldMk cId="2745126468" sldId="265"/>
            <ac:picMk id="5" creationId="{00E4C579-6A44-0B7D-D9A1-EC83517831A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BB535-8C69-4B1E-8EB7-5A2EB7F99D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9603FCB-FC9F-4AD7-A764-250C3D7CC0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62F206B-772E-4B50-9C64-9ED308546B9C}"/>
              </a:ext>
            </a:extLst>
          </p:cNvPr>
          <p:cNvSpPr>
            <a:spLocks noGrp="1"/>
          </p:cNvSpPr>
          <p:nvPr>
            <p:ph type="dt" sz="half" idx="10"/>
          </p:nvPr>
        </p:nvSpPr>
        <p:spPr/>
        <p:txBody>
          <a:bodyPr/>
          <a:lstStyle/>
          <a:p>
            <a:fld id="{E878810F-0249-41CB-BF33-704A91E552BF}" type="datetimeFigureOut">
              <a:rPr lang="en-US" smtClean="0"/>
              <a:t>5/20/2026</a:t>
            </a:fld>
            <a:endParaRPr lang="en-US"/>
          </a:p>
        </p:txBody>
      </p:sp>
      <p:sp>
        <p:nvSpPr>
          <p:cNvPr id="5" name="Footer Placeholder 4">
            <a:extLst>
              <a:ext uri="{FF2B5EF4-FFF2-40B4-BE49-F238E27FC236}">
                <a16:creationId xmlns:a16="http://schemas.microsoft.com/office/drawing/2014/main" id="{FD51B063-AFE9-4457-9075-A247F1CC9C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71AD56-BA5E-44D3-8969-6A3846600ABD}"/>
              </a:ext>
            </a:extLst>
          </p:cNvPr>
          <p:cNvSpPr>
            <a:spLocks noGrp="1"/>
          </p:cNvSpPr>
          <p:nvPr>
            <p:ph type="sldNum" sz="quarter" idx="12"/>
          </p:nvPr>
        </p:nvSpPr>
        <p:spPr/>
        <p:txBody>
          <a:bodyPr/>
          <a:lstStyle/>
          <a:p>
            <a:fld id="{30E97AA1-8E53-4B9E-BFC6-5AC208BB5103}" type="slidenum">
              <a:rPr lang="en-US" smtClean="0"/>
              <a:t>‹#›</a:t>
            </a:fld>
            <a:endParaRPr lang="en-US"/>
          </a:p>
        </p:txBody>
      </p:sp>
    </p:spTree>
    <p:extLst>
      <p:ext uri="{BB962C8B-B14F-4D97-AF65-F5344CB8AC3E}">
        <p14:creationId xmlns:p14="http://schemas.microsoft.com/office/powerpoint/2010/main" val="7215749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8DB5C-CB52-4F05-9592-8AB93184AE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AEDB1F-7EB7-4DC9-B89E-26934FA08C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F61658-EF85-4A94-823F-2785F39CBA7F}"/>
              </a:ext>
            </a:extLst>
          </p:cNvPr>
          <p:cNvSpPr>
            <a:spLocks noGrp="1"/>
          </p:cNvSpPr>
          <p:nvPr>
            <p:ph type="dt" sz="half" idx="10"/>
          </p:nvPr>
        </p:nvSpPr>
        <p:spPr/>
        <p:txBody>
          <a:bodyPr/>
          <a:lstStyle/>
          <a:p>
            <a:fld id="{E878810F-0249-41CB-BF33-704A91E552BF}" type="datetimeFigureOut">
              <a:rPr lang="en-US" smtClean="0"/>
              <a:t>5/20/2026</a:t>
            </a:fld>
            <a:endParaRPr lang="en-US"/>
          </a:p>
        </p:txBody>
      </p:sp>
      <p:sp>
        <p:nvSpPr>
          <p:cNvPr id="5" name="Footer Placeholder 4">
            <a:extLst>
              <a:ext uri="{FF2B5EF4-FFF2-40B4-BE49-F238E27FC236}">
                <a16:creationId xmlns:a16="http://schemas.microsoft.com/office/drawing/2014/main" id="{D623D9C4-5D98-4992-89C8-67A5903887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534012-7B41-4F74-8F87-9CD69D904762}"/>
              </a:ext>
            </a:extLst>
          </p:cNvPr>
          <p:cNvSpPr>
            <a:spLocks noGrp="1"/>
          </p:cNvSpPr>
          <p:nvPr>
            <p:ph type="sldNum" sz="quarter" idx="12"/>
          </p:nvPr>
        </p:nvSpPr>
        <p:spPr/>
        <p:txBody>
          <a:bodyPr/>
          <a:lstStyle/>
          <a:p>
            <a:fld id="{30E97AA1-8E53-4B9E-BFC6-5AC208BB5103}" type="slidenum">
              <a:rPr lang="en-US" smtClean="0"/>
              <a:t>‹#›</a:t>
            </a:fld>
            <a:endParaRPr lang="en-US"/>
          </a:p>
        </p:txBody>
      </p:sp>
    </p:spTree>
    <p:extLst>
      <p:ext uri="{BB962C8B-B14F-4D97-AF65-F5344CB8AC3E}">
        <p14:creationId xmlns:p14="http://schemas.microsoft.com/office/powerpoint/2010/main" val="2873670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28AF5-715E-4E4B-B81D-BF50506329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2DBE13-8F35-4C14-8173-7A0C8AD8C4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D715A7-E52F-4A68-AFEC-1733583985C9}"/>
              </a:ext>
            </a:extLst>
          </p:cNvPr>
          <p:cNvSpPr>
            <a:spLocks noGrp="1"/>
          </p:cNvSpPr>
          <p:nvPr>
            <p:ph type="dt" sz="half" idx="10"/>
          </p:nvPr>
        </p:nvSpPr>
        <p:spPr/>
        <p:txBody>
          <a:bodyPr/>
          <a:lstStyle/>
          <a:p>
            <a:fld id="{E878810F-0249-41CB-BF33-704A91E552BF}" type="datetimeFigureOut">
              <a:rPr lang="en-US" smtClean="0"/>
              <a:t>5/20/2026</a:t>
            </a:fld>
            <a:endParaRPr lang="en-US"/>
          </a:p>
        </p:txBody>
      </p:sp>
      <p:sp>
        <p:nvSpPr>
          <p:cNvPr id="5" name="Footer Placeholder 4">
            <a:extLst>
              <a:ext uri="{FF2B5EF4-FFF2-40B4-BE49-F238E27FC236}">
                <a16:creationId xmlns:a16="http://schemas.microsoft.com/office/drawing/2014/main" id="{C2CA9D85-46D8-4E88-AF6D-6619DAE0D1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EC31C7-9E7D-4A7D-90E3-AC7FDE5D1372}"/>
              </a:ext>
            </a:extLst>
          </p:cNvPr>
          <p:cNvSpPr>
            <a:spLocks noGrp="1"/>
          </p:cNvSpPr>
          <p:nvPr>
            <p:ph type="sldNum" sz="quarter" idx="12"/>
          </p:nvPr>
        </p:nvSpPr>
        <p:spPr/>
        <p:txBody>
          <a:bodyPr/>
          <a:lstStyle/>
          <a:p>
            <a:fld id="{30E97AA1-8E53-4B9E-BFC6-5AC208BB5103}" type="slidenum">
              <a:rPr lang="en-US" smtClean="0"/>
              <a:t>‹#›</a:t>
            </a:fld>
            <a:endParaRPr lang="en-US"/>
          </a:p>
        </p:txBody>
      </p:sp>
    </p:spTree>
    <p:extLst>
      <p:ext uri="{BB962C8B-B14F-4D97-AF65-F5344CB8AC3E}">
        <p14:creationId xmlns:p14="http://schemas.microsoft.com/office/powerpoint/2010/main" val="1646000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9919B-2DF6-487A-A4F4-DE0C5FDAEA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A033F1-52E3-4266-98A0-EA7F28708A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F4C9F2-80CD-4002-9CC1-31E802179A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177861-4CBF-4D67-8DC1-AA0AB9324156}"/>
              </a:ext>
            </a:extLst>
          </p:cNvPr>
          <p:cNvSpPr>
            <a:spLocks noGrp="1"/>
          </p:cNvSpPr>
          <p:nvPr>
            <p:ph type="dt" sz="half" idx="10"/>
          </p:nvPr>
        </p:nvSpPr>
        <p:spPr/>
        <p:txBody>
          <a:bodyPr/>
          <a:lstStyle/>
          <a:p>
            <a:fld id="{E878810F-0249-41CB-BF33-704A91E552BF}" type="datetimeFigureOut">
              <a:rPr lang="en-US" smtClean="0"/>
              <a:t>5/20/2026</a:t>
            </a:fld>
            <a:endParaRPr lang="en-US"/>
          </a:p>
        </p:txBody>
      </p:sp>
      <p:sp>
        <p:nvSpPr>
          <p:cNvPr id="6" name="Footer Placeholder 5">
            <a:extLst>
              <a:ext uri="{FF2B5EF4-FFF2-40B4-BE49-F238E27FC236}">
                <a16:creationId xmlns:a16="http://schemas.microsoft.com/office/drawing/2014/main" id="{5410DDC2-428B-4FE0-9E68-006B8EA025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4A1B15-372D-42EB-B396-AB00A828246C}"/>
              </a:ext>
            </a:extLst>
          </p:cNvPr>
          <p:cNvSpPr>
            <a:spLocks noGrp="1"/>
          </p:cNvSpPr>
          <p:nvPr>
            <p:ph type="sldNum" sz="quarter" idx="12"/>
          </p:nvPr>
        </p:nvSpPr>
        <p:spPr/>
        <p:txBody>
          <a:bodyPr/>
          <a:lstStyle/>
          <a:p>
            <a:fld id="{30E97AA1-8E53-4B9E-BFC6-5AC208BB5103}" type="slidenum">
              <a:rPr lang="en-US" smtClean="0"/>
              <a:t>‹#›</a:t>
            </a:fld>
            <a:endParaRPr lang="en-US"/>
          </a:p>
        </p:txBody>
      </p:sp>
    </p:spTree>
    <p:extLst>
      <p:ext uri="{BB962C8B-B14F-4D97-AF65-F5344CB8AC3E}">
        <p14:creationId xmlns:p14="http://schemas.microsoft.com/office/powerpoint/2010/main" val="3404435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935E3-B8A8-453A-AF8F-CC08AF7481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ADF30A-178E-43A6-B5D1-4E78F4D938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A5E7DC-FF58-4850-AFD9-9DB60447B1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57B59A-0869-4538-A3D7-F24D74E9E6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E2A209-26B9-4897-94E3-9726FFB141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15A37A-0F46-42EA-BC2C-A5AC5F046FB0}"/>
              </a:ext>
            </a:extLst>
          </p:cNvPr>
          <p:cNvSpPr>
            <a:spLocks noGrp="1"/>
          </p:cNvSpPr>
          <p:nvPr>
            <p:ph type="dt" sz="half" idx="10"/>
          </p:nvPr>
        </p:nvSpPr>
        <p:spPr/>
        <p:txBody>
          <a:bodyPr/>
          <a:lstStyle/>
          <a:p>
            <a:fld id="{E878810F-0249-41CB-BF33-704A91E552BF}" type="datetimeFigureOut">
              <a:rPr lang="en-US" smtClean="0"/>
              <a:t>5/20/2026</a:t>
            </a:fld>
            <a:endParaRPr lang="en-US"/>
          </a:p>
        </p:txBody>
      </p:sp>
      <p:sp>
        <p:nvSpPr>
          <p:cNvPr id="8" name="Footer Placeholder 7">
            <a:extLst>
              <a:ext uri="{FF2B5EF4-FFF2-40B4-BE49-F238E27FC236}">
                <a16:creationId xmlns:a16="http://schemas.microsoft.com/office/drawing/2014/main" id="{913BBC85-E507-4030-99AD-A7EC6C0650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F57DA5-F157-4522-92AE-06ED2C2ABB07}"/>
              </a:ext>
            </a:extLst>
          </p:cNvPr>
          <p:cNvSpPr>
            <a:spLocks noGrp="1"/>
          </p:cNvSpPr>
          <p:nvPr>
            <p:ph type="sldNum" sz="quarter" idx="12"/>
          </p:nvPr>
        </p:nvSpPr>
        <p:spPr/>
        <p:txBody>
          <a:bodyPr/>
          <a:lstStyle/>
          <a:p>
            <a:fld id="{30E97AA1-8E53-4B9E-BFC6-5AC208BB5103}" type="slidenum">
              <a:rPr lang="en-US" smtClean="0"/>
              <a:t>‹#›</a:t>
            </a:fld>
            <a:endParaRPr lang="en-US"/>
          </a:p>
        </p:txBody>
      </p:sp>
    </p:spTree>
    <p:extLst>
      <p:ext uri="{BB962C8B-B14F-4D97-AF65-F5344CB8AC3E}">
        <p14:creationId xmlns:p14="http://schemas.microsoft.com/office/powerpoint/2010/main" val="3748407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B4A3B-0EF9-4F01-A509-16B9937EAB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9C69E80-9EFD-4C0A-85D1-1A765DF39698}"/>
              </a:ext>
            </a:extLst>
          </p:cNvPr>
          <p:cNvSpPr>
            <a:spLocks noGrp="1"/>
          </p:cNvSpPr>
          <p:nvPr>
            <p:ph type="dt" sz="half" idx="10"/>
          </p:nvPr>
        </p:nvSpPr>
        <p:spPr/>
        <p:txBody>
          <a:bodyPr/>
          <a:lstStyle/>
          <a:p>
            <a:fld id="{E878810F-0249-41CB-BF33-704A91E552BF}" type="datetimeFigureOut">
              <a:rPr lang="en-US" smtClean="0"/>
              <a:t>5/20/2026</a:t>
            </a:fld>
            <a:endParaRPr lang="en-US"/>
          </a:p>
        </p:txBody>
      </p:sp>
      <p:sp>
        <p:nvSpPr>
          <p:cNvPr id="4" name="Footer Placeholder 3">
            <a:extLst>
              <a:ext uri="{FF2B5EF4-FFF2-40B4-BE49-F238E27FC236}">
                <a16:creationId xmlns:a16="http://schemas.microsoft.com/office/drawing/2014/main" id="{D3AE7117-BEA7-42C4-B058-C2E38988AC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DDA7BC-7AA0-4658-B3A0-2884F9F1961B}"/>
              </a:ext>
            </a:extLst>
          </p:cNvPr>
          <p:cNvSpPr>
            <a:spLocks noGrp="1"/>
          </p:cNvSpPr>
          <p:nvPr>
            <p:ph type="sldNum" sz="quarter" idx="12"/>
          </p:nvPr>
        </p:nvSpPr>
        <p:spPr/>
        <p:txBody>
          <a:bodyPr/>
          <a:lstStyle/>
          <a:p>
            <a:fld id="{30E97AA1-8E53-4B9E-BFC6-5AC208BB5103}" type="slidenum">
              <a:rPr lang="en-US" smtClean="0"/>
              <a:t>‹#›</a:t>
            </a:fld>
            <a:endParaRPr lang="en-US"/>
          </a:p>
        </p:txBody>
      </p:sp>
    </p:spTree>
    <p:extLst>
      <p:ext uri="{BB962C8B-B14F-4D97-AF65-F5344CB8AC3E}">
        <p14:creationId xmlns:p14="http://schemas.microsoft.com/office/powerpoint/2010/main" val="3378240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529346-8657-49B1-A4D4-D86A12B7A6C4}"/>
              </a:ext>
            </a:extLst>
          </p:cNvPr>
          <p:cNvSpPr>
            <a:spLocks noGrp="1"/>
          </p:cNvSpPr>
          <p:nvPr>
            <p:ph type="dt" sz="half" idx="10"/>
          </p:nvPr>
        </p:nvSpPr>
        <p:spPr/>
        <p:txBody>
          <a:bodyPr/>
          <a:lstStyle/>
          <a:p>
            <a:fld id="{E878810F-0249-41CB-BF33-704A91E552BF}" type="datetimeFigureOut">
              <a:rPr lang="en-US" smtClean="0"/>
              <a:t>5/20/2026</a:t>
            </a:fld>
            <a:endParaRPr lang="en-US"/>
          </a:p>
        </p:txBody>
      </p:sp>
      <p:sp>
        <p:nvSpPr>
          <p:cNvPr id="3" name="Footer Placeholder 2">
            <a:extLst>
              <a:ext uri="{FF2B5EF4-FFF2-40B4-BE49-F238E27FC236}">
                <a16:creationId xmlns:a16="http://schemas.microsoft.com/office/drawing/2014/main" id="{43EAAEBF-BAB1-49A6-8D21-B6408E48FE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4011C4A-203A-4D40-AEC4-512E24ED823E}"/>
              </a:ext>
            </a:extLst>
          </p:cNvPr>
          <p:cNvSpPr>
            <a:spLocks noGrp="1"/>
          </p:cNvSpPr>
          <p:nvPr>
            <p:ph type="sldNum" sz="quarter" idx="12"/>
          </p:nvPr>
        </p:nvSpPr>
        <p:spPr/>
        <p:txBody>
          <a:bodyPr/>
          <a:lstStyle/>
          <a:p>
            <a:fld id="{30E97AA1-8E53-4B9E-BFC6-5AC208BB5103}" type="slidenum">
              <a:rPr lang="en-US" smtClean="0"/>
              <a:t>‹#›</a:t>
            </a:fld>
            <a:endParaRPr lang="en-US"/>
          </a:p>
        </p:txBody>
      </p:sp>
    </p:spTree>
    <p:extLst>
      <p:ext uri="{BB962C8B-B14F-4D97-AF65-F5344CB8AC3E}">
        <p14:creationId xmlns:p14="http://schemas.microsoft.com/office/powerpoint/2010/main" val="2110835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F10F-E13E-4557-A9DE-F809528D87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F9A36C3-E09D-4E1B-97C0-BAD4D45F64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E5A9069-211A-41A5-8628-F6457DD127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1E99D3-2BA0-41FB-B0EA-65AD474FD776}"/>
              </a:ext>
            </a:extLst>
          </p:cNvPr>
          <p:cNvSpPr>
            <a:spLocks noGrp="1"/>
          </p:cNvSpPr>
          <p:nvPr>
            <p:ph type="dt" sz="half" idx="10"/>
          </p:nvPr>
        </p:nvSpPr>
        <p:spPr/>
        <p:txBody>
          <a:bodyPr/>
          <a:lstStyle/>
          <a:p>
            <a:fld id="{E878810F-0249-41CB-BF33-704A91E552BF}" type="datetimeFigureOut">
              <a:rPr lang="en-US" smtClean="0"/>
              <a:t>5/20/2026</a:t>
            </a:fld>
            <a:endParaRPr lang="en-US"/>
          </a:p>
        </p:txBody>
      </p:sp>
      <p:sp>
        <p:nvSpPr>
          <p:cNvPr id="6" name="Footer Placeholder 5">
            <a:extLst>
              <a:ext uri="{FF2B5EF4-FFF2-40B4-BE49-F238E27FC236}">
                <a16:creationId xmlns:a16="http://schemas.microsoft.com/office/drawing/2014/main" id="{EB756981-14F3-411B-988A-579FE8DEF5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C505AE-9418-4EA1-848E-219F090472E0}"/>
              </a:ext>
            </a:extLst>
          </p:cNvPr>
          <p:cNvSpPr>
            <a:spLocks noGrp="1"/>
          </p:cNvSpPr>
          <p:nvPr>
            <p:ph type="sldNum" sz="quarter" idx="12"/>
          </p:nvPr>
        </p:nvSpPr>
        <p:spPr/>
        <p:txBody>
          <a:bodyPr/>
          <a:lstStyle/>
          <a:p>
            <a:fld id="{30E97AA1-8E53-4B9E-BFC6-5AC208BB5103}" type="slidenum">
              <a:rPr lang="en-US" smtClean="0"/>
              <a:t>‹#›</a:t>
            </a:fld>
            <a:endParaRPr lang="en-US"/>
          </a:p>
        </p:txBody>
      </p:sp>
    </p:spTree>
    <p:extLst>
      <p:ext uri="{BB962C8B-B14F-4D97-AF65-F5344CB8AC3E}">
        <p14:creationId xmlns:p14="http://schemas.microsoft.com/office/powerpoint/2010/main" val="446649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BD65F-B9ED-4C82-ADFF-FB5A650EBD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45A687-72C5-4D04-9C4A-A26B026305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83B53D-6863-4052-ABFB-B2A8BDF4DB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6DF6C2-3F52-4157-B590-ACAEA94F6AEF}"/>
              </a:ext>
            </a:extLst>
          </p:cNvPr>
          <p:cNvSpPr>
            <a:spLocks noGrp="1"/>
          </p:cNvSpPr>
          <p:nvPr>
            <p:ph type="dt" sz="half" idx="10"/>
          </p:nvPr>
        </p:nvSpPr>
        <p:spPr/>
        <p:txBody>
          <a:bodyPr/>
          <a:lstStyle/>
          <a:p>
            <a:fld id="{E878810F-0249-41CB-BF33-704A91E552BF}" type="datetimeFigureOut">
              <a:rPr lang="en-US" smtClean="0"/>
              <a:t>5/20/2026</a:t>
            </a:fld>
            <a:endParaRPr lang="en-US"/>
          </a:p>
        </p:txBody>
      </p:sp>
      <p:sp>
        <p:nvSpPr>
          <p:cNvPr id="6" name="Footer Placeholder 5">
            <a:extLst>
              <a:ext uri="{FF2B5EF4-FFF2-40B4-BE49-F238E27FC236}">
                <a16:creationId xmlns:a16="http://schemas.microsoft.com/office/drawing/2014/main" id="{0F20406F-A507-40EF-A034-BA58AE5617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CFD696-314C-4900-9214-3FF5DDB95BAC}"/>
              </a:ext>
            </a:extLst>
          </p:cNvPr>
          <p:cNvSpPr>
            <a:spLocks noGrp="1"/>
          </p:cNvSpPr>
          <p:nvPr>
            <p:ph type="sldNum" sz="quarter" idx="12"/>
          </p:nvPr>
        </p:nvSpPr>
        <p:spPr/>
        <p:txBody>
          <a:bodyPr/>
          <a:lstStyle/>
          <a:p>
            <a:fld id="{30E97AA1-8E53-4B9E-BFC6-5AC208BB5103}" type="slidenum">
              <a:rPr lang="en-US" smtClean="0"/>
              <a:t>‹#›</a:t>
            </a:fld>
            <a:endParaRPr lang="en-US"/>
          </a:p>
        </p:txBody>
      </p:sp>
    </p:spTree>
    <p:extLst>
      <p:ext uri="{BB962C8B-B14F-4D97-AF65-F5344CB8AC3E}">
        <p14:creationId xmlns:p14="http://schemas.microsoft.com/office/powerpoint/2010/main" val="4258487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8EC8E-0884-45C1-9272-F5C96624A3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A8E658-EC10-4DBA-BBA9-CD7B6AB30D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15D332-0221-4579-9CF5-08AF4ED59103}"/>
              </a:ext>
            </a:extLst>
          </p:cNvPr>
          <p:cNvSpPr>
            <a:spLocks noGrp="1"/>
          </p:cNvSpPr>
          <p:nvPr>
            <p:ph type="dt" sz="half" idx="10"/>
          </p:nvPr>
        </p:nvSpPr>
        <p:spPr/>
        <p:txBody>
          <a:bodyPr/>
          <a:lstStyle/>
          <a:p>
            <a:fld id="{E878810F-0249-41CB-BF33-704A91E552BF}" type="datetimeFigureOut">
              <a:rPr lang="en-US" smtClean="0"/>
              <a:t>5/20/2026</a:t>
            </a:fld>
            <a:endParaRPr lang="en-US"/>
          </a:p>
        </p:txBody>
      </p:sp>
      <p:sp>
        <p:nvSpPr>
          <p:cNvPr id="5" name="Footer Placeholder 4">
            <a:extLst>
              <a:ext uri="{FF2B5EF4-FFF2-40B4-BE49-F238E27FC236}">
                <a16:creationId xmlns:a16="http://schemas.microsoft.com/office/drawing/2014/main" id="{1963B2EE-76B7-4BE3-A95D-A065DFD666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188463-CA60-4D7D-B436-3B495F2294E8}"/>
              </a:ext>
            </a:extLst>
          </p:cNvPr>
          <p:cNvSpPr>
            <a:spLocks noGrp="1"/>
          </p:cNvSpPr>
          <p:nvPr>
            <p:ph type="sldNum" sz="quarter" idx="12"/>
          </p:nvPr>
        </p:nvSpPr>
        <p:spPr/>
        <p:txBody>
          <a:bodyPr/>
          <a:lstStyle/>
          <a:p>
            <a:fld id="{30E97AA1-8E53-4B9E-BFC6-5AC208BB5103}" type="slidenum">
              <a:rPr lang="en-US" smtClean="0"/>
              <a:t>‹#›</a:t>
            </a:fld>
            <a:endParaRPr lang="en-US"/>
          </a:p>
        </p:txBody>
      </p:sp>
    </p:spTree>
    <p:extLst>
      <p:ext uri="{BB962C8B-B14F-4D97-AF65-F5344CB8AC3E}">
        <p14:creationId xmlns:p14="http://schemas.microsoft.com/office/powerpoint/2010/main" val="1254613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C7843E-6E9D-42DE-BE1A-6050C938C7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715439-7ADF-4549-9B40-0F6C2C5488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3A8A46-82FE-414F-9DE8-1F4695E52E78}"/>
              </a:ext>
            </a:extLst>
          </p:cNvPr>
          <p:cNvSpPr>
            <a:spLocks noGrp="1"/>
          </p:cNvSpPr>
          <p:nvPr>
            <p:ph type="dt" sz="half" idx="10"/>
          </p:nvPr>
        </p:nvSpPr>
        <p:spPr/>
        <p:txBody>
          <a:bodyPr/>
          <a:lstStyle/>
          <a:p>
            <a:fld id="{E878810F-0249-41CB-BF33-704A91E552BF}" type="datetimeFigureOut">
              <a:rPr lang="en-US" smtClean="0"/>
              <a:t>5/20/2026</a:t>
            </a:fld>
            <a:endParaRPr lang="en-US"/>
          </a:p>
        </p:txBody>
      </p:sp>
      <p:sp>
        <p:nvSpPr>
          <p:cNvPr id="5" name="Footer Placeholder 4">
            <a:extLst>
              <a:ext uri="{FF2B5EF4-FFF2-40B4-BE49-F238E27FC236}">
                <a16:creationId xmlns:a16="http://schemas.microsoft.com/office/drawing/2014/main" id="{FC1E0246-7B8B-4BDB-B106-1919595C2F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068E0E-46B4-46E0-9835-FE2EC924D0B9}"/>
              </a:ext>
            </a:extLst>
          </p:cNvPr>
          <p:cNvSpPr>
            <a:spLocks noGrp="1"/>
          </p:cNvSpPr>
          <p:nvPr>
            <p:ph type="sldNum" sz="quarter" idx="12"/>
          </p:nvPr>
        </p:nvSpPr>
        <p:spPr/>
        <p:txBody>
          <a:bodyPr/>
          <a:lstStyle/>
          <a:p>
            <a:fld id="{30E97AA1-8E53-4B9E-BFC6-5AC208BB5103}" type="slidenum">
              <a:rPr lang="en-US" smtClean="0"/>
              <a:t>‹#›</a:t>
            </a:fld>
            <a:endParaRPr lang="en-US"/>
          </a:p>
        </p:txBody>
      </p:sp>
    </p:spTree>
    <p:extLst>
      <p:ext uri="{BB962C8B-B14F-4D97-AF65-F5344CB8AC3E}">
        <p14:creationId xmlns:p14="http://schemas.microsoft.com/office/powerpoint/2010/main" val="234786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852CDD-E171-47EA-9BB5-450C0A64B2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A9D80C-7BAB-4F60-B889-1D36161EB2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343545-C3BF-462E-804C-120F2E3D56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78810F-0249-41CB-BF33-704A91E552BF}" type="datetimeFigureOut">
              <a:rPr lang="en-US" smtClean="0"/>
              <a:t>5/20/2026</a:t>
            </a:fld>
            <a:endParaRPr lang="en-US"/>
          </a:p>
        </p:txBody>
      </p:sp>
      <p:sp>
        <p:nvSpPr>
          <p:cNvPr id="5" name="Footer Placeholder 4">
            <a:extLst>
              <a:ext uri="{FF2B5EF4-FFF2-40B4-BE49-F238E27FC236}">
                <a16:creationId xmlns:a16="http://schemas.microsoft.com/office/drawing/2014/main" id="{F507DE5B-F72E-4EE9-9DD2-0C8055DFDC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6848685-B29A-4CAD-A5E7-AACACA85C0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E97AA1-8E53-4B9E-BFC6-5AC208BB5103}" type="slidenum">
              <a:rPr lang="en-US" smtClean="0"/>
              <a:t>‹#›</a:t>
            </a:fld>
            <a:endParaRPr lang="en-US"/>
          </a:p>
        </p:txBody>
      </p:sp>
    </p:spTree>
    <p:extLst>
      <p:ext uri="{BB962C8B-B14F-4D97-AF65-F5344CB8AC3E}">
        <p14:creationId xmlns:p14="http://schemas.microsoft.com/office/powerpoint/2010/main" val="2476726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A52F3-F963-429B-9553-8CF47B6ED767}"/>
              </a:ext>
            </a:extLst>
          </p:cNvPr>
          <p:cNvSpPr>
            <a:spLocks noGrp="1"/>
          </p:cNvSpPr>
          <p:nvPr>
            <p:ph type="ctrTitle"/>
          </p:nvPr>
        </p:nvSpPr>
        <p:spPr/>
        <p:txBody>
          <a:bodyPr/>
          <a:lstStyle/>
          <a:p>
            <a:r>
              <a:rPr lang="en-US" dirty="0"/>
              <a:t>TASK 3</a:t>
            </a:r>
          </a:p>
        </p:txBody>
      </p:sp>
      <p:sp>
        <p:nvSpPr>
          <p:cNvPr id="3" name="Subtitle 2">
            <a:extLst>
              <a:ext uri="{FF2B5EF4-FFF2-40B4-BE49-F238E27FC236}">
                <a16:creationId xmlns:a16="http://schemas.microsoft.com/office/drawing/2014/main" id="{DB436371-21C0-4077-A8DC-703860150B45}"/>
              </a:ext>
            </a:extLst>
          </p:cNvPr>
          <p:cNvSpPr>
            <a:spLocks noGrp="1"/>
          </p:cNvSpPr>
          <p:nvPr>
            <p:ph type="subTitle" idx="1"/>
          </p:nvPr>
        </p:nvSpPr>
        <p:spPr/>
        <p:txBody>
          <a:bodyPr/>
          <a:lstStyle/>
          <a:p>
            <a:r>
              <a:rPr lang="en-US" dirty="0"/>
              <a:t>ASSIGNMENT RULES,SLA REQUIREMENTS,REPORTS&amp; DASHBOARDS</a:t>
            </a:r>
          </a:p>
        </p:txBody>
      </p:sp>
    </p:spTree>
    <p:extLst>
      <p:ext uri="{BB962C8B-B14F-4D97-AF65-F5344CB8AC3E}">
        <p14:creationId xmlns:p14="http://schemas.microsoft.com/office/powerpoint/2010/main" val="681728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EB1AB-E383-4430-87C8-E2B2178F020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FA27A048-45AA-4100-A2B2-FB77EEFC76CC}"/>
              </a:ext>
            </a:extLst>
          </p:cNvPr>
          <p:cNvSpPr>
            <a:spLocks noGrp="1"/>
          </p:cNvSpPr>
          <p:nvPr>
            <p:ph idx="1"/>
          </p:nvPr>
        </p:nvSpPr>
        <p:spPr/>
        <p:txBody>
          <a:bodyPr>
            <a:normAutofit fontScale="92500" lnSpcReduction="10000"/>
          </a:bodyPr>
          <a:lstStyle/>
          <a:p>
            <a:pPr marL="0" marR="0">
              <a:lnSpc>
                <a:spcPct val="125000"/>
              </a:lnSpc>
              <a:spcBef>
                <a:spcPts val="0"/>
              </a:spcBef>
              <a:spcAft>
                <a:spcPts val="0"/>
              </a:spcAft>
            </a:pPr>
            <a:r>
              <a:rPr lang="en-GB" sz="800" b="1" dirty="0">
                <a:solidFill>
                  <a:srgbClr val="1C4587"/>
                </a:solidFill>
                <a:effectLst/>
                <a:latin typeface="Arial" panose="020B0604020202020204" pitchFamily="34" charset="0"/>
                <a:ea typeface="Arial" panose="020B0604020202020204" pitchFamily="34" charset="0"/>
              </a:rPr>
              <a:t>Assignment rules:</a:t>
            </a:r>
            <a:endParaRPr lang="en-US" sz="800" dirty="0">
              <a:effectLst/>
              <a:latin typeface="Arial" panose="020B0604020202020204" pitchFamily="34" charset="0"/>
              <a:ea typeface="Arial" panose="020B0604020202020204" pitchFamily="34" charset="0"/>
            </a:endParaRPr>
          </a:p>
          <a:p>
            <a:pPr marL="0" marR="0">
              <a:lnSpc>
                <a:spcPct val="125000"/>
              </a:lnSpc>
              <a:spcBef>
                <a:spcPts val="0"/>
              </a:spcBef>
              <a:spcAft>
                <a:spcPts val="0"/>
              </a:spcAft>
            </a:pPr>
            <a:r>
              <a:rPr lang="en-GB" sz="800" b="1" dirty="0">
                <a:effectLst/>
                <a:latin typeface="Arial" panose="020B0604020202020204" pitchFamily="34" charset="0"/>
                <a:ea typeface="Arial" panose="020B0604020202020204" pitchFamily="34" charset="0"/>
              </a:rPr>
              <a:t>—--------------------------------</a:t>
            </a:r>
            <a:endParaRPr lang="en-US" sz="800" dirty="0">
              <a:effectLst/>
              <a:latin typeface="Arial" panose="020B0604020202020204" pitchFamily="34" charset="0"/>
              <a:ea typeface="Arial" panose="020B0604020202020204" pitchFamily="34" charset="0"/>
            </a:endParaRPr>
          </a:p>
          <a:p>
            <a:pPr marL="0" marR="0">
              <a:lnSpc>
                <a:spcPct val="125000"/>
              </a:lnSpc>
              <a:spcBef>
                <a:spcPts val="0"/>
              </a:spcBef>
              <a:spcAft>
                <a:spcPts val="0"/>
              </a:spcAft>
            </a:pPr>
            <a:r>
              <a:rPr lang="en-GB" sz="800" b="1" dirty="0">
                <a:effectLst/>
                <a:latin typeface="Arial" panose="020B0604020202020204" pitchFamily="34" charset="0"/>
                <a:ea typeface="Arial" panose="020B0604020202020204" pitchFamily="34" charset="0"/>
              </a:rPr>
              <a:t> </a:t>
            </a:r>
            <a:endParaRPr lang="en-US" sz="800" dirty="0">
              <a:effectLst/>
              <a:latin typeface="Arial" panose="020B0604020202020204" pitchFamily="34" charset="0"/>
              <a:ea typeface="Arial" panose="020B0604020202020204" pitchFamily="34" charset="0"/>
            </a:endParaRPr>
          </a:p>
          <a:p>
            <a:pPr marL="0" marR="0">
              <a:lnSpc>
                <a:spcPct val="125000"/>
              </a:lnSpc>
              <a:spcBef>
                <a:spcPts val="0"/>
              </a:spcBef>
              <a:spcAft>
                <a:spcPts val="0"/>
              </a:spcAft>
            </a:pPr>
            <a:r>
              <a:rPr lang="en-GB" sz="800" b="1" dirty="0">
                <a:effectLst/>
                <a:latin typeface="Arial" panose="020B0604020202020204" pitchFamily="34" charset="0"/>
                <a:ea typeface="Arial" panose="020B0604020202020204" pitchFamily="34" charset="0"/>
              </a:rPr>
              <a:t>1. Check the existing Priority lookup rules for both incident and problem table.</a:t>
            </a:r>
            <a:endParaRPr lang="en-US" sz="800" dirty="0">
              <a:effectLst/>
              <a:latin typeface="Arial" panose="020B0604020202020204" pitchFamily="34" charset="0"/>
              <a:ea typeface="Arial" panose="020B0604020202020204" pitchFamily="34" charset="0"/>
            </a:endParaRPr>
          </a:p>
          <a:p>
            <a:pPr marL="0" marR="0">
              <a:lnSpc>
                <a:spcPct val="125000"/>
              </a:lnSpc>
              <a:spcBef>
                <a:spcPts val="0"/>
              </a:spcBef>
              <a:spcAft>
                <a:spcPts val="0"/>
              </a:spcAft>
            </a:pPr>
            <a:r>
              <a:rPr lang="en-GB" sz="800" b="1" dirty="0">
                <a:effectLst/>
                <a:latin typeface="Arial" panose="020B0604020202020204" pitchFamily="34" charset="0"/>
                <a:ea typeface="Arial" panose="020B0604020202020204" pitchFamily="34" charset="0"/>
              </a:rPr>
              <a:t>2. Delete the existing Priority lookup rules and create the rules again for priority.</a:t>
            </a:r>
            <a:endParaRPr lang="en-US" sz="800" dirty="0">
              <a:effectLst/>
              <a:latin typeface="Arial" panose="020B0604020202020204" pitchFamily="34" charset="0"/>
              <a:ea typeface="Arial" panose="020B0604020202020204" pitchFamily="34" charset="0"/>
            </a:endParaRPr>
          </a:p>
          <a:p>
            <a:pPr marL="0" marR="0">
              <a:lnSpc>
                <a:spcPct val="125000"/>
              </a:lnSpc>
              <a:spcBef>
                <a:spcPts val="0"/>
              </a:spcBef>
              <a:spcAft>
                <a:spcPts val="0"/>
              </a:spcAft>
            </a:pPr>
            <a:r>
              <a:rPr lang="en-GB" sz="800" b="1" dirty="0">
                <a:effectLst/>
                <a:latin typeface="Arial" panose="020B0604020202020204" pitchFamily="34" charset="0"/>
                <a:ea typeface="Arial" panose="020B0604020202020204" pitchFamily="34" charset="0"/>
              </a:rPr>
              <a:t> </a:t>
            </a:r>
            <a:endParaRPr lang="en-US" sz="800" dirty="0">
              <a:effectLst/>
              <a:latin typeface="Arial" panose="020B0604020202020204" pitchFamily="34" charset="0"/>
              <a:ea typeface="Arial" panose="020B0604020202020204" pitchFamily="34" charset="0"/>
            </a:endParaRPr>
          </a:p>
          <a:p>
            <a:pPr marL="0" marR="0">
              <a:lnSpc>
                <a:spcPct val="125000"/>
              </a:lnSpc>
              <a:spcBef>
                <a:spcPts val="0"/>
              </a:spcBef>
              <a:spcAft>
                <a:spcPts val="0"/>
              </a:spcAft>
            </a:pPr>
            <a:r>
              <a:rPr lang="en-GB" sz="800" b="1" dirty="0">
                <a:effectLst/>
                <a:latin typeface="Arial" panose="020B0604020202020204" pitchFamily="34" charset="0"/>
                <a:ea typeface="Arial" panose="020B0604020202020204" pitchFamily="34" charset="0"/>
              </a:rPr>
              <a:t>3. Add new choices for the impact fields - very high and very low create few new rules based on new choices in the incident.</a:t>
            </a:r>
            <a:endParaRPr lang="en-US" sz="800" dirty="0">
              <a:effectLst/>
              <a:latin typeface="Arial" panose="020B0604020202020204" pitchFamily="34" charset="0"/>
              <a:ea typeface="Arial" panose="020B0604020202020204" pitchFamily="34" charset="0"/>
            </a:endParaRPr>
          </a:p>
          <a:p>
            <a:pPr marL="0" marR="0">
              <a:lnSpc>
                <a:spcPct val="125000"/>
              </a:lnSpc>
              <a:spcBef>
                <a:spcPts val="0"/>
              </a:spcBef>
              <a:spcAft>
                <a:spcPts val="0"/>
              </a:spcAft>
            </a:pPr>
            <a:r>
              <a:rPr lang="en-GB" sz="800" b="1" dirty="0">
                <a:effectLst/>
                <a:latin typeface="Arial" panose="020B0604020202020204" pitchFamily="34" charset="0"/>
                <a:ea typeface="Arial" panose="020B0604020202020204" pitchFamily="34" charset="0"/>
              </a:rPr>
              <a:t> </a:t>
            </a:r>
            <a:endParaRPr lang="en-US" sz="800" dirty="0">
              <a:effectLst/>
              <a:latin typeface="Arial" panose="020B0604020202020204" pitchFamily="34" charset="0"/>
              <a:ea typeface="Arial" panose="020B0604020202020204" pitchFamily="34" charset="0"/>
            </a:endParaRPr>
          </a:p>
          <a:p>
            <a:pPr marL="0" marR="0">
              <a:lnSpc>
                <a:spcPct val="125000"/>
              </a:lnSpc>
              <a:spcBef>
                <a:spcPts val="0"/>
              </a:spcBef>
              <a:spcAft>
                <a:spcPts val="0"/>
              </a:spcAft>
            </a:pPr>
            <a:r>
              <a:rPr lang="en-GB" sz="800" b="1" dirty="0">
                <a:effectLst/>
                <a:latin typeface="Arial" panose="020B0604020202020204" pitchFamily="34" charset="0"/>
                <a:ea typeface="Arial" panose="020B0604020202020204" pitchFamily="34" charset="0"/>
              </a:rPr>
              <a:t>4. Create new assignment look up rule for Brillio parent table matcher fields are - Category, designation and Assignment group and assigned to should be matcher fields.</a:t>
            </a:r>
            <a:endParaRPr lang="en-US" sz="800" dirty="0">
              <a:effectLst/>
              <a:latin typeface="Arial" panose="020B0604020202020204" pitchFamily="34" charset="0"/>
              <a:ea typeface="Arial" panose="020B0604020202020204" pitchFamily="34" charset="0"/>
            </a:endParaRPr>
          </a:p>
          <a:p>
            <a:pPr marL="0" marR="0">
              <a:lnSpc>
                <a:spcPct val="125000"/>
              </a:lnSpc>
              <a:spcBef>
                <a:spcPts val="0"/>
              </a:spcBef>
              <a:spcAft>
                <a:spcPts val="0"/>
              </a:spcAft>
            </a:pPr>
            <a:r>
              <a:rPr lang="en-GB" sz="800" b="1" dirty="0">
                <a:effectLst/>
                <a:latin typeface="Arial" panose="020B0604020202020204" pitchFamily="34" charset="0"/>
                <a:ea typeface="Arial" panose="020B0604020202020204" pitchFamily="34" charset="0"/>
              </a:rPr>
              <a:t> </a:t>
            </a:r>
            <a:endParaRPr lang="en-US" sz="800" dirty="0">
              <a:effectLst/>
              <a:latin typeface="Arial" panose="020B0604020202020204" pitchFamily="34" charset="0"/>
              <a:ea typeface="Arial" panose="020B0604020202020204" pitchFamily="34" charset="0"/>
            </a:endParaRPr>
          </a:p>
          <a:p>
            <a:pPr marL="0" marR="0">
              <a:lnSpc>
                <a:spcPct val="125000"/>
              </a:lnSpc>
              <a:spcBef>
                <a:spcPts val="0"/>
              </a:spcBef>
              <a:spcAft>
                <a:spcPts val="0"/>
              </a:spcAft>
            </a:pPr>
            <a:r>
              <a:rPr lang="en-GB" sz="800" b="1" dirty="0">
                <a:effectLst/>
                <a:latin typeface="Arial" panose="020B0604020202020204" pitchFamily="34" charset="0"/>
                <a:ea typeface="Arial" panose="020B0604020202020204" pitchFamily="34" charset="0"/>
              </a:rPr>
              <a:t>5. Research on Exact lookup match field.</a:t>
            </a:r>
            <a:endParaRPr lang="en-US" sz="800" dirty="0">
              <a:effectLst/>
              <a:latin typeface="Arial" panose="020B0604020202020204" pitchFamily="34" charset="0"/>
              <a:ea typeface="Arial" panose="020B0604020202020204" pitchFamily="34" charset="0"/>
            </a:endParaRPr>
          </a:p>
          <a:p>
            <a:pPr marL="0" marR="0">
              <a:lnSpc>
                <a:spcPct val="125000"/>
              </a:lnSpc>
              <a:spcBef>
                <a:spcPts val="0"/>
              </a:spcBef>
              <a:spcAft>
                <a:spcPts val="0"/>
              </a:spcAft>
            </a:pPr>
            <a:r>
              <a:rPr lang="en-GB" sz="800" b="1" dirty="0">
                <a:effectLst/>
                <a:latin typeface="Arial" panose="020B0604020202020204" pitchFamily="34" charset="0"/>
                <a:ea typeface="Arial" panose="020B0604020202020204" pitchFamily="34" charset="0"/>
              </a:rPr>
              <a:t> </a:t>
            </a:r>
            <a:endParaRPr lang="en-US" sz="800" dirty="0">
              <a:effectLst/>
              <a:latin typeface="Arial" panose="020B0604020202020204" pitchFamily="34" charset="0"/>
              <a:ea typeface="Arial" panose="020B0604020202020204" pitchFamily="34" charset="0"/>
            </a:endParaRPr>
          </a:p>
          <a:p>
            <a:pPr marL="0" marR="0">
              <a:lnSpc>
                <a:spcPct val="125000"/>
              </a:lnSpc>
              <a:spcBef>
                <a:spcPts val="0"/>
              </a:spcBef>
              <a:spcAft>
                <a:spcPts val="0"/>
              </a:spcAft>
            </a:pPr>
            <a:r>
              <a:rPr lang="en-GB" sz="800" b="1" dirty="0">
                <a:effectLst/>
                <a:latin typeface="Arial" panose="020B0604020202020204" pitchFamily="34" charset="0"/>
                <a:ea typeface="Arial" panose="020B0604020202020204" pitchFamily="34" charset="0"/>
              </a:rPr>
              <a:t>6.Create assignment rules for the incident table based on impact and Configuration item.</a:t>
            </a:r>
            <a:endParaRPr lang="en-US" sz="800" dirty="0">
              <a:effectLst/>
              <a:latin typeface="Arial" panose="020B0604020202020204" pitchFamily="34" charset="0"/>
              <a:ea typeface="Arial" panose="020B0604020202020204" pitchFamily="34" charset="0"/>
            </a:endParaRPr>
          </a:p>
          <a:p>
            <a:pPr marL="0" marR="0">
              <a:lnSpc>
                <a:spcPct val="125000"/>
              </a:lnSpc>
              <a:spcBef>
                <a:spcPts val="0"/>
              </a:spcBef>
              <a:spcAft>
                <a:spcPts val="0"/>
              </a:spcAft>
            </a:pPr>
            <a:r>
              <a:rPr lang="en-GB" sz="800" b="1" dirty="0">
                <a:effectLst/>
                <a:latin typeface="Arial" panose="020B0604020202020204" pitchFamily="34" charset="0"/>
                <a:ea typeface="Arial" panose="020B0604020202020204" pitchFamily="34" charset="0"/>
              </a:rPr>
              <a:t>7.Explore the run on form change, insert , update in the data lookup definition.</a:t>
            </a:r>
            <a:endParaRPr lang="en-US" sz="8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800" b="1" dirty="0">
                <a:effectLst/>
                <a:latin typeface="Arial" panose="020B0604020202020204" pitchFamily="34" charset="0"/>
                <a:ea typeface="Arial" panose="020B0604020202020204" pitchFamily="34" charset="0"/>
              </a:rPr>
              <a:t> </a:t>
            </a:r>
            <a:endParaRPr lang="en-US" sz="8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800" b="1" dirty="0">
                <a:effectLst/>
                <a:latin typeface="Arial" panose="020B0604020202020204" pitchFamily="34" charset="0"/>
                <a:ea typeface="Arial" panose="020B0604020202020204" pitchFamily="34" charset="0"/>
              </a:rPr>
              <a:t> </a:t>
            </a:r>
            <a:endParaRPr lang="en-US" sz="800" dirty="0">
              <a:effectLst/>
              <a:latin typeface="Arial" panose="020B0604020202020204" pitchFamily="34" charset="0"/>
              <a:ea typeface="Arial" panose="020B0604020202020204" pitchFamily="34" charset="0"/>
            </a:endParaRPr>
          </a:p>
          <a:p>
            <a:pPr marL="0" marR="0">
              <a:lnSpc>
                <a:spcPct val="125000"/>
              </a:lnSpc>
              <a:spcBef>
                <a:spcPts val="0"/>
              </a:spcBef>
              <a:spcAft>
                <a:spcPts val="0"/>
              </a:spcAft>
            </a:pPr>
            <a:r>
              <a:rPr lang="en-GB" sz="800" b="1" dirty="0">
                <a:solidFill>
                  <a:srgbClr val="28438F"/>
                </a:solidFill>
                <a:effectLst/>
                <a:latin typeface="Arial" panose="020B0604020202020204" pitchFamily="34" charset="0"/>
                <a:ea typeface="Arial" panose="020B0604020202020204" pitchFamily="34" charset="0"/>
              </a:rPr>
              <a:t>SLA Requirements:</a:t>
            </a:r>
            <a:endParaRPr lang="en-US" sz="800" dirty="0">
              <a:effectLst/>
              <a:latin typeface="Arial" panose="020B0604020202020204" pitchFamily="34" charset="0"/>
              <a:ea typeface="Arial" panose="020B0604020202020204" pitchFamily="34" charset="0"/>
            </a:endParaRPr>
          </a:p>
          <a:p>
            <a:pPr marL="0" marR="0">
              <a:lnSpc>
                <a:spcPct val="125000"/>
              </a:lnSpc>
              <a:spcBef>
                <a:spcPts val="0"/>
              </a:spcBef>
              <a:spcAft>
                <a:spcPts val="0"/>
              </a:spcAft>
            </a:pPr>
            <a:r>
              <a:rPr lang="en-GB" sz="800" b="1" dirty="0">
                <a:effectLst/>
                <a:latin typeface="Arial" panose="020B0604020202020204" pitchFamily="34" charset="0"/>
                <a:ea typeface="Arial" panose="020B0604020202020204" pitchFamily="34" charset="0"/>
              </a:rPr>
              <a:t> </a:t>
            </a:r>
            <a:endParaRPr lang="en-US" sz="800"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800" b="1" u="none" strike="noStrike" dirty="0">
                <a:effectLst/>
                <a:latin typeface="Arial" panose="020B0604020202020204" pitchFamily="34" charset="0"/>
                <a:ea typeface="Arial" panose="020B0604020202020204" pitchFamily="34" charset="0"/>
              </a:rPr>
              <a:t>Test whether we can design SLA for a Custom table.</a:t>
            </a:r>
            <a:endParaRPr lang="en-US" sz="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800" b="1" u="none" strike="noStrike" dirty="0">
                <a:effectLst/>
                <a:latin typeface="Arial" panose="020B0604020202020204" pitchFamily="34" charset="0"/>
                <a:ea typeface="Arial" panose="020B0604020202020204" pitchFamily="34" charset="0"/>
              </a:rPr>
              <a:t>SLA for Hardware - hardware group  - priority 1 - Pause on </a:t>
            </a:r>
            <a:r>
              <a:rPr lang="en-GB" sz="800" b="1" u="none" strike="noStrike" dirty="0" err="1">
                <a:effectLst/>
                <a:latin typeface="Arial" panose="020B0604020202020204" pitchFamily="34" charset="0"/>
                <a:ea typeface="Arial" panose="020B0604020202020204" pitchFamily="34" charset="0"/>
              </a:rPr>
              <a:t>onhold</a:t>
            </a:r>
            <a:r>
              <a:rPr lang="en-GB" sz="800" b="1" u="none" strike="noStrike" dirty="0">
                <a:effectLst/>
                <a:latin typeface="Arial" panose="020B0604020202020204" pitchFamily="34" charset="0"/>
                <a:ea typeface="Arial" panose="020B0604020202020204" pitchFamily="34" charset="0"/>
              </a:rPr>
              <a:t> - Stop on Resolved/Closed - (8-15)</a:t>
            </a:r>
            <a:r>
              <a:rPr lang="en-GB" sz="800" b="1" u="none" strike="noStrike" dirty="0" err="1">
                <a:effectLst/>
                <a:latin typeface="Arial" panose="020B0604020202020204" pitchFamily="34" charset="0"/>
                <a:ea typeface="Arial" panose="020B0604020202020204" pitchFamily="34" charset="0"/>
              </a:rPr>
              <a:t>hongkong</a:t>
            </a:r>
            <a:r>
              <a:rPr lang="en-GB" sz="800" b="1" u="none" strike="noStrike" dirty="0">
                <a:effectLst/>
                <a:latin typeface="Arial" panose="020B0604020202020204" pitchFamily="34" charset="0"/>
                <a:ea typeface="Arial" panose="020B0604020202020204" pitchFamily="34" charset="0"/>
              </a:rPr>
              <a:t> - 2 hours</a:t>
            </a:r>
            <a:endParaRPr lang="en-US" sz="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800" b="1" u="none" strike="noStrike" dirty="0">
                <a:effectLst/>
                <a:latin typeface="Arial" panose="020B0604020202020204" pitchFamily="34" charset="0"/>
                <a:ea typeface="Arial" panose="020B0604020202020204" pitchFamily="34" charset="0"/>
              </a:rPr>
              <a:t>SLA for Hardware - hardware group  - priority 2 - Pause on </a:t>
            </a:r>
            <a:r>
              <a:rPr lang="en-GB" sz="800" b="1" u="none" strike="noStrike" dirty="0" err="1">
                <a:effectLst/>
                <a:latin typeface="Arial" panose="020B0604020202020204" pitchFamily="34" charset="0"/>
                <a:ea typeface="Arial" panose="020B0604020202020204" pitchFamily="34" charset="0"/>
              </a:rPr>
              <a:t>onhold</a:t>
            </a:r>
            <a:r>
              <a:rPr lang="en-GB" sz="800" b="1" u="none" strike="noStrike" dirty="0">
                <a:effectLst/>
                <a:latin typeface="Arial" panose="020B0604020202020204" pitchFamily="34" charset="0"/>
                <a:ea typeface="Arial" panose="020B0604020202020204" pitchFamily="34" charset="0"/>
              </a:rPr>
              <a:t> - Stop on Resolved/Closed - (8-15)</a:t>
            </a:r>
            <a:r>
              <a:rPr lang="en-GB" sz="800" b="1" u="none" strike="noStrike" dirty="0" err="1">
                <a:effectLst/>
                <a:latin typeface="Arial" panose="020B0604020202020204" pitchFamily="34" charset="0"/>
                <a:ea typeface="Arial" panose="020B0604020202020204" pitchFamily="34" charset="0"/>
              </a:rPr>
              <a:t>hong</a:t>
            </a:r>
            <a:r>
              <a:rPr lang="en-GB" sz="800" b="1" u="none" strike="noStrike" dirty="0">
                <a:effectLst/>
                <a:latin typeface="Arial" panose="020B0604020202020204" pitchFamily="34" charset="0"/>
                <a:ea typeface="Arial" panose="020B0604020202020204" pitchFamily="34" charset="0"/>
              </a:rPr>
              <a:t> </a:t>
            </a:r>
            <a:r>
              <a:rPr lang="en-GB" sz="800" b="1" u="none" strike="noStrike" dirty="0" err="1">
                <a:effectLst/>
                <a:latin typeface="Arial" panose="020B0604020202020204" pitchFamily="34" charset="0"/>
                <a:ea typeface="Arial" panose="020B0604020202020204" pitchFamily="34" charset="0"/>
              </a:rPr>
              <a:t>kong</a:t>
            </a:r>
            <a:r>
              <a:rPr lang="en-GB" sz="800" b="1" u="none" strike="noStrike" dirty="0">
                <a:effectLst/>
                <a:latin typeface="Arial" panose="020B0604020202020204" pitchFamily="34" charset="0"/>
                <a:ea typeface="Arial" panose="020B0604020202020204" pitchFamily="34" charset="0"/>
              </a:rPr>
              <a:t> - 4 hours</a:t>
            </a:r>
            <a:endParaRPr lang="en-US" sz="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800" b="1" u="none" strike="noStrike" dirty="0">
                <a:effectLst/>
                <a:latin typeface="Arial" panose="020B0604020202020204" pitchFamily="34" charset="0"/>
                <a:ea typeface="Arial" panose="020B0604020202020204" pitchFamily="34" charset="0"/>
              </a:rPr>
              <a:t>SLA for Hardware - hardware group  - priority 3 - Pause on </a:t>
            </a:r>
            <a:r>
              <a:rPr lang="en-GB" sz="800" b="1" u="none" strike="noStrike" dirty="0" err="1">
                <a:effectLst/>
                <a:latin typeface="Arial" panose="020B0604020202020204" pitchFamily="34" charset="0"/>
                <a:ea typeface="Arial" panose="020B0604020202020204" pitchFamily="34" charset="0"/>
              </a:rPr>
              <a:t>onhold</a:t>
            </a:r>
            <a:r>
              <a:rPr lang="en-GB" sz="800" b="1" u="none" strike="noStrike" dirty="0">
                <a:effectLst/>
                <a:latin typeface="Arial" panose="020B0604020202020204" pitchFamily="34" charset="0"/>
                <a:ea typeface="Arial" panose="020B0604020202020204" pitchFamily="34" charset="0"/>
              </a:rPr>
              <a:t> - Stop on Resolved/Closed  - (8-15)</a:t>
            </a:r>
            <a:r>
              <a:rPr lang="en-GB" sz="800" b="1" u="none" strike="noStrike" dirty="0" err="1">
                <a:effectLst/>
                <a:latin typeface="Arial" panose="020B0604020202020204" pitchFamily="34" charset="0"/>
                <a:ea typeface="Arial" panose="020B0604020202020204" pitchFamily="34" charset="0"/>
              </a:rPr>
              <a:t>hongkong</a:t>
            </a:r>
            <a:r>
              <a:rPr lang="en-GB" sz="800" b="1" u="none" strike="noStrike" dirty="0">
                <a:effectLst/>
                <a:latin typeface="Arial" panose="020B0604020202020204" pitchFamily="34" charset="0"/>
                <a:ea typeface="Arial" panose="020B0604020202020204" pitchFamily="34" charset="0"/>
              </a:rPr>
              <a:t>- 8 hours</a:t>
            </a:r>
            <a:endParaRPr lang="en-US" sz="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800" b="1" u="none" strike="noStrike" dirty="0">
                <a:effectLst/>
                <a:latin typeface="Arial" panose="020B0604020202020204" pitchFamily="34" charset="0"/>
                <a:ea typeface="Arial" panose="020B0604020202020204" pitchFamily="34" charset="0"/>
              </a:rPr>
              <a:t>SLA for Hardware - hardware group  - priority 4 - Pause on </a:t>
            </a:r>
            <a:r>
              <a:rPr lang="en-GB" sz="800" b="1" u="none" strike="noStrike" dirty="0" err="1">
                <a:effectLst/>
                <a:latin typeface="Arial" panose="020B0604020202020204" pitchFamily="34" charset="0"/>
                <a:ea typeface="Arial" panose="020B0604020202020204" pitchFamily="34" charset="0"/>
              </a:rPr>
              <a:t>onhold</a:t>
            </a:r>
            <a:r>
              <a:rPr lang="en-GB" sz="800" b="1" u="none" strike="noStrike" dirty="0">
                <a:effectLst/>
                <a:latin typeface="Arial" panose="020B0604020202020204" pitchFamily="34" charset="0"/>
                <a:ea typeface="Arial" panose="020B0604020202020204" pitchFamily="34" charset="0"/>
              </a:rPr>
              <a:t> - Stop on Resolved/Closed  - (8-15)</a:t>
            </a:r>
            <a:r>
              <a:rPr lang="en-GB" sz="800" b="1" u="none" strike="noStrike" dirty="0" err="1">
                <a:effectLst/>
                <a:latin typeface="Arial" panose="020B0604020202020204" pitchFamily="34" charset="0"/>
                <a:ea typeface="Arial" panose="020B0604020202020204" pitchFamily="34" charset="0"/>
              </a:rPr>
              <a:t>hongkong</a:t>
            </a:r>
            <a:r>
              <a:rPr lang="en-GB" sz="800" b="1" u="none" strike="noStrike" dirty="0">
                <a:effectLst/>
                <a:latin typeface="Arial" panose="020B0604020202020204" pitchFamily="34" charset="0"/>
                <a:ea typeface="Arial" panose="020B0604020202020204" pitchFamily="34" charset="0"/>
              </a:rPr>
              <a:t>- 16 hours</a:t>
            </a:r>
            <a:endParaRPr lang="en-US" sz="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800" b="1" u="none" strike="noStrike" dirty="0">
                <a:effectLst/>
                <a:latin typeface="Arial" panose="020B0604020202020204" pitchFamily="34" charset="0"/>
                <a:ea typeface="Arial" panose="020B0604020202020204" pitchFamily="34" charset="0"/>
              </a:rPr>
              <a:t>SLA for Capacity </a:t>
            </a:r>
            <a:r>
              <a:rPr lang="en-GB" sz="800" b="1" u="none" strike="noStrike" dirty="0" err="1">
                <a:effectLst/>
                <a:latin typeface="Arial" panose="020B0604020202020204" pitchFamily="34" charset="0"/>
                <a:ea typeface="Arial" panose="020B0604020202020204" pitchFamily="34" charset="0"/>
              </a:rPr>
              <a:t>Mgmt</a:t>
            </a:r>
            <a:r>
              <a:rPr lang="en-GB" sz="800" b="1" u="none" strike="noStrike" dirty="0">
                <a:effectLst/>
                <a:latin typeface="Arial" panose="020B0604020202020204" pitchFamily="34" charset="0"/>
                <a:ea typeface="Arial" panose="020B0604020202020204" pitchFamily="34" charset="0"/>
              </a:rPr>
              <a:t> - Capacity management- Priority 1 - Pause on </a:t>
            </a:r>
            <a:r>
              <a:rPr lang="en-GB" sz="800" b="1" u="none" strike="noStrike" dirty="0" err="1">
                <a:effectLst/>
                <a:latin typeface="Arial" panose="020B0604020202020204" pitchFamily="34" charset="0"/>
                <a:ea typeface="Arial" panose="020B0604020202020204" pitchFamily="34" charset="0"/>
              </a:rPr>
              <a:t>onhold</a:t>
            </a:r>
            <a:r>
              <a:rPr lang="en-GB" sz="800" b="1" u="none" strike="noStrike" dirty="0">
                <a:effectLst/>
                <a:latin typeface="Arial" panose="020B0604020202020204" pitchFamily="34" charset="0"/>
                <a:ea typeface="Arial" panose="020B0604020202020204" pitchFamily="34" charset="0"/>
              </a:rPr>
              <a:t> - Stop on Resolved/Closed - (10-17) US/central  - 1 hours</a:t>
            </a:r>
            <a:endParaRPr lang="en-US" sz="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800" b="1" u="none" strike="noStrike" dirty="0">
                <a:effectLst/>
                <a:latin typeface="Arial" panose="020B0604020202020204" pitchFamily="34" charset="0"/>
                <a:ea typeface="Arial" panose="020B0604020202020204" pitchFamily="34" charset="0"/>
              </a:rPr>
              <a:t>SLA for Capacity </a:t>
            </a:r>
            <a:r>
              <a:rPr lang="en-GB" sz="800" b="1" u="none" strike="noStrike" dirty="0" err="1">
                <a:effectLst/>
                <a:latin typeface="Arial" panose="020B0604020202020204" pitchFamily="34" charset="0"/>
                <a:ea typeface="Arial" panose="020B0604020202020204" pitchFamily="34" charset="0"/>
              </a:rPr>
              <a:t>Mgmt</a:t>
            </a:r>
            <a:r>
              <a:rPr lang="en-GB" sz="800" b="1" u="none" strike="noStrike" dirty="0">
                <a:effectLst/>
                <a:latin typeface="Arial" panose="020B0604020202020204" pitchFamily="34" charset="0"/>
                <a:ea typeface="Arial" panose="020B0604020202020204" pitchFamily="34" charset="0"/>
              </a:rPr>
              <a:t> - Capacity management - Priority 2 - Pause on </a:t>
            </a:r>
            <a:r>
              <a:rPr lang="en-GB" sz="800" b="1" u="none" strike="noStrike" dirty="0" err="1">
                <a:effectLst/>
                <a:latin typeface="Arial" panose="020B0604020202020204" pitchFamily="34" charset="0"/>
                <a:ea typeface="Arial" panose="020B0604020202020204" pitchFamily="34" charset="0"/>
              </a:rPr>
              <a:t>onhold</a:t>
            </a:r>
            <a:r>
              <a:rPr lang="en-GB" sz="800" b="1" u="none" strike="noStrike" dirty="0">
                <a:effectLst/>
                <a:latin typeface="Arial" panose="020B0604020202020204" pitchFamily="34" charset="0"/>
                <a:ea typeface="Arial" panose="020B0604020202020204" pitchFamily="34" charset="0"/>
              </a:rPr>
              <a:t> - Stop on Resolved/Closed  - (10-17) US/central - 3 hours</a:t>
            </a:r>
            <a:endParaRPr lang="en-US" sz="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800" b="1" u="none" strike="noStrike" dirty="0">
                <a:effectLst/>
                <a:latin typeface="Arial" panose="020B0604020202020204" pitchFamily="34" charset="0"/>
                <a:ea typeface="Arial" panose="020B0604020202020204" pitchFamily="34" charset="0"/>
              </a:rPr>
              <a:t>SLA for Capacity </a:t>
            </a:r>
            <a:r>
              <a:rPr lang="en-GB" sz="800" b="1" u="none" strike="noStrike" dirty="0" err="1">
                <a:effectLst/>
                <a:latin typeface="Arial" panose="020B0604020202020204" pitchFamily="34" charset="0"/>
                <a:ea typeface="Arial" panose="020B0604020202020204" pitchFamily="34" charset="0"/>
              </a:rPr>
              <a:t>Mgmt</a:t>
            </a:r>
            <a:r>
              <a:rPr lang="en-GB" sz="800" b="1" u="none" strike="noStrike" dirty="0">
                <a:effectLst/>
                <a:latin typeface="Arial" panose="020B0604020202020204" pitchFamily="34" charset="0"/>
                <a:ea typeface="Arial" panose="020B0604020202020204" pitchFamily="34" charset="0"/>
              </a:rPr>
              <a:t> - Capacity management - Priority 2 - Pause on </a:t>
            </a:r>
            <a:r>
              <a:rPr lang="en-GB" sz="800" b="1" u="none" strike="noStrike" dirty="0" err="1">
                <a:effectLst/>
                <a:latin typeface="Arial" panose="020B0604020202020204" pitchFamily="34" charset="0"/>
                <a:ea typeface="Arial" panose="020B0604020202020204" pitchFamily="34" charset="0"/>
              </a:rPr>
              <a:t>onhold</a:t>
            </a:r>
            <a:r>
              <a:rPr lang="en-GB" sz="800" b="1" u="none" strike="noStrike" dirty="0">
                <a:effectLst/>
                <a:latin typeface="Arial" panose="020B0604020202020204" pitchFamily="34" charset="0"/>
                <a:ea typeface="Arial" panose="020B0604020202020204" pitchFamily="34" charset="0"/>
              </a:rPr>
              <a:t> - Stop on Resolved/Closed  - (10-17) US/central - 7 hours</a:t>
            </a:r>
            <a:endParaRPr lang="en-US" sz="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800" b="1" u="none" strike="noStrike" dirty="0">
                <a:effectLst/>
                <a:latin typeface="Arial" panose="020B0604020202020204" pitchFamily="34" charset="0"/>
                <a:ea typeface="Arial" panose="020B0604020202020204" pitchFamily="34" charset="0"/>
              </a:rPr>
              <a:t>SLA for Capacity </a:t>
            </a:r>
            <a:r>
              <a:rPr lang="en-GB" sz="800" b="1" u="none" strike="noStrike" dirty="0" err="1">
                <a:effectLst/>
                <a:latin typeface="Arial" panose="020B0604020202020204" pitchFamily="34" charset="0"/>
                <a:ea typeface="Arial" panose="020B0604020202020204" pitchFamily="34" charset="0"/>
              </a:rPr>
              <a:t>Mgmt</a:t>
            </a:r>
            <a:r>
              <a:rPr lang="en-GB" sz="800" b="1" u="none" strike="noStrike" dirty="0">
                <a:effectLst/>
                <a:latin typeface="Arial" panose="020B0604020202020204" pitchFamily="34" charset="0"/>
                <a:ea typeface="Arial" panose="020B0604020202020204" pitchFamily="34" charset="0"/>
              </a:rPr>
              <a:t> - Capacity management - Priority 2 - Pause on </a:t>
            </a:r>
            <a:r>
              <a:rPr lang="en-GB" sz="800" b="1" u="none" strike="noStrike" dirty="0" err="1">
                <a:effectLst/>
                <a:latin typeface="Arial" panose="020B0604020202020204" pitchFamily="34" charset="0"/>
                <a:ea typeface="Arial" panose="020B0604020202020204" pitchFamily="34" charset="0"/>
              </a:rPr>
              <a:t>onhold</a:t>
            </a:r>
            <a:r>
              <a:rPr lang="en-GB" sz="800" b="1" u="none" strike="noStrike" dirty="0">
                <a:effectLst/>
                <a:latin typeface="Arial" panose="020B0604020202020204" pitchFamily="34" charset="0"/>
                <a:ea typeface="Arial" panose="020B0604020202020204" pitchFamily="34" charset="0"/>
              </a:rPr>
              <a:t> - Stop on Resolved/Closed  - (10-17) US/central - 18 hours</a:t>
            </a:r>
            <a:endParaRPr lang="en-US" sz="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800" b="1" u="none" strike="noStrike" dirty="0">
                <a:effectLst/>
                <a:latin typeface="Arial" panose="020B0604020202020204" pitchFamily="34" charset="0"/>
                <a:ea typeface="Arial" panose="020B0604020202020204" pitchFamily="34" charset="0"/>
              </a:rPr>
              <a:t>SLA for Help Desk - Helpdesk - Priority 1 - Pause on </a:t>
            </a:r>
            <a:r>
              <a:rPr lang="en-GB" sz="800" b="1" u="none" strike="noStrike" dirty="0" err="1">
                <a:effectLst/>
                <a:latin typeface="Arial" panose="020B0604020202020204" pitchFamily="34" charset="0"/>
                <a:ea typeface="Arial" panose="020B0604020202020204" pitchFamily="34" charset="0"/>
              </a:rPr>
              <a:t>onhold</a:t>
            </a:r>
            <a:r>
              <a:rPr lang="en-GB" sz="800" b="1" u="none" strike="noStrike" dirty="0">
                <a:effectLst/>
                <a:latin typeface="Arial" panose="020B0604020202020204" pitchFamily="34" charset="0"/>
                <a:ea typeface="Arial" panose="020B0604020202020204" pitchFamily="34" charset="0"/>
              </a:rPr>
              <a:t> - Stop on resolved/closed - (9-16) Europe/Brussels- 4 Hours</a:t>
            </a:r>
            <a:endParaRPr lang="en-US" sz="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800" b="1" u="none" strike="noStrike" dirty="0">
                <a:effectLst/>
                <a:latin typeface="Arial" panose="020B0604020202020204" pitchFamily="34" charset="0"/>
                <a:ea typeface="Arial" panose="020B0604020202020204" pitchFamily="34" charset="0"/>
              </a:rPr>
              <a:t>SLA for Help Desk - Helpdesk - Priority 2 - Pause on </a:t>
            </a:r>
            <a:r>
              <a:rPr lang="en-GB" sz="800" b="1" u="none" strike="noStrike" dirty="0" err="1">
                <a:effectLst/>
                <a:latin typeface="Arial" panose="020B0604020202020204" pitchFamily="34" charset="0"/>
                <a:ea typeface="Arial" panose="020B0604020202020204" pitchFamily="34" charset="0"/>
              </a:rPr>
              <a:t>onhold</a:t>
            </a:r>
            <a:r>
              <a:rPr lang="en-GB" sz="800" b="1" u="none" strike="noStrike" dirty="0">
                <a:effectLst/>
                <a:latin typeface="Arial" panose="020B0604020202020204" pitchFamily="34" charset="0"/>
                <a:ea typeface="Arial" panose="020B0604020202020204" pitchFamily="34" charset="0"/>
              </a:rPr>
              <a:t> - Stop on resolved/closed - (9-16) Europe/Brussels - 6 Hours</a:t>
            </a:r>
            <a:endParaRPr lang="en-US" sz="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800" b="1" u="none" strike="noStrike" dirty="0">
                <a:effectLst/>
                <a:latin typeface="Arial" panose="020B0604020202020204" pitchFamily="34" charset="0"/>
                <a:ea typeface="Arial" panose="020B0604020202020204" pitchFamily="34" charset="0"/>
              </a:rPr>
              <a:t>SLA for Help Desk - Helpdesk - Priority 3- Pause on </a:t>
            </a:r>
            <a:r>
              <a:rPr lang="en-GB" sz="800" b="1" u="none" strike="noStrike" dirty="0" err="1">
                <a:effectLst/>
                <a:latin typeface="Arial" panose="020B0604020202020204" pitchFamily="34" charset="0"/>
                <a:ea typeface="Arial" panose="020B0604020202020204" pitchFamily="34" charset="0"/>
              </a:rPr>
              <a:t>onhold</a:t>
            </a:r>
            <a:r>
              <a:rPr lang="en-GB" sz="800" b="1" u="none" strike="noStrike" dirty="0">
                <a:effectLst/>
                <a:latin typeface="Arial" panose="020B0604020202020204" pitchFamily="34" charset="0"/>
                <a:ea typeface="Arial" panose="020B0604020202020204" pitchFamily="34" charset="0"/>
              </a:rPr>
              <a:t> - Stop on resolved/closed - (9-16) Europe/Brussels- 8 Hours</a:t>
            </a:r>
            <a:endParaRPr lang="en-US" sz="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800" b="1" u="none" strike="noStrike" dirty="0">
                <a:effectLst/>
                <a:latin typeface="Arial" panose="020B0604020202020204" pitchFamily="34" charset="0"/>
                <a:ea typeface="Arial" panose="020B0604020202020204" pitchFamily="34" charset="0"/>
              </a:rPr>
              <a:t>SLA for Help Desk - Helpdesk - Priority 4 - Pause on </a:t>
            </a:r>
            <a:r>
              <a:rPr lang="en-GB" sz="800" b="1" u="none" strike="noStrike" dirty="0" err="1">
                <a:effectLst/>
                <a:latin typeface="Arial" panose="020B0604020202020204" pitchFamily="34" charset="0"/>
                <a:ea typeface="Arial" panose="020B0604020202020204" pitchFamily="34" charset="0"/>
              </a:rPr>
              <a:t>onhold</a:t>
            </a:r>
            <a:r>
              <a:rPr lang="en-GB" sz="800" b="1" u="none" strike="noStrike" dirty="0">
                <a:effectLst/>
                <a:latin typeface="Arial" panose="020B0604020202020204" pitchFamily="34" charset="0"/>
                <a:ea typeface="Arial" panose="020B0604020202020204" pitchFamily="34" charset="0"/>
              </a:rPr>
              <a:t> - Stop on resolved/closed - (9-16) Europe/Brussels - 10 Hours</a:t>
            </a:r>
            <a:endParaRPr lang="en-US" sz="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800" b="1" u="none" strike="noStrike" dirty="0">
                <a:effectLst/>
                <a:latin typeface="Arial" panose="020B0604020202020204" pitchFamily="34" charset="0"/>
                <a:ea typeface="Arial" panose="020B0604020202020204" pitchFamily="34" charset="0"/>
              </a:rPr>
              <a:t>SLA for Help Desk - Helpdesk- Priority 5 - Pause on </a:t>
            </a:r>
            <a:r>
              <a:rPr lang="en-GB" sz="800" b="1" u="none" strike="noStrike" dirty="0" err="1">
                <a:effectLst/>
                <a:latin typeface="Arial" panose="020B0604020202020204" pitchFamily="34" charset="0"/>
                <a:ea typeface="Arial" panose="020B0604020202020204" pitchFamily="34" charset="0"/>
              </a:rPr>
              <a:t>onhold</a:t>
            </a:r>
            <a:r>
              <a:rPr lang="en-GB" sz="800" b="1" u="none" strike="noStrike" dirty="0">
                <a:effectLst/>
                <a:latin typeface="Arial" panose="020B0604020202020204" pitchFamily="34" charset="0"/>
                <a:ea typeface="Arial" panose="020B0604020202020204" pitchFamily="34" charset="0"/>
              </a:rPr>
              <a:t> - Stop on resolved/closed  - (9-16) Europe/Brussels - 2 days</a:t>
            </a:r>
            <a:endParaRPr lang="en-US" sz="800" u="none" strike="noStrike" dirty="0">
              <a:effectLst/>
              <a:latin typeface="Arial" panose="020B0604020202020204" pitchFamily="34" charset="0"/>
              <a:ea typeface="Arial" panose="020B0604020202020204" pitchFamily="34" charset="0"/>
            </a:endParaRPr>
          </a:p>
          <a:p>
            <a:endParaRPr lang="en-US" dirty="0"/>
          </a:p>
        </p:txBody>
      </p:sp>
    </p:spTree>
    <p:extLst>
      <p:ext uri="{BB962C8B-B14F-4D97-AF65-F5344CB8AC3E}">
        <p14:creationId xmlns:p14="http://schemas.microsoft.com/office/powerpoint/2010/main" val="676832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A1C4B-DCF3-42AD-BAA4-35D17DC148A8}"/>
              </a:ext>
            </a:extLst>
          </p:cNvPr>
          <p:cNvSpPr>
            <a:spLocks noGrp="1"/>
          </p:cNvSpPr>
          <p:nvPr>
            <p:ph type="title"/>
          </p:nvPr>
        </p:nvSpPr>
        <p:spPr/>
        <p:txBody>
          <a:bodyPr>
            <a:normAutofit fontScale="90000"/>
          </a:bodyPr>
          <a:lstStyle/>
          <a:p>
            <a:pPr marL="0" marR="0">
              <a:lnSpc>
                <a:spcPct val="125000"/>
              </a:lnSpc>
              <a:spcBef>
                <a:spcPts val="0"/>
              </a:spcBef>
              <a:spcAft>
                <a:spcPts val="0"/>
              </a:spcAft>
            </a:pPr>
            <a:r>
              <a:rPr lang="en-GB" sz="1800" b="1" dirty="0">
                <a:latin typeface="Arial" panose="020B0604020202020204" pitchFamily="34" charset="0"/>
                <a:ea typeface="Arial" panose="020B0604020202020204" pitchFamily="34" charset="0"/>
              </a:rPr>
              <a:t>DATA LOOKUP RULES AND ASSIGNMENTS RULES</a:t>
            </a:r>
            <a:br>
              <a:rPr lang="en-GB" sz="1800" b="1" dirty="0">
                <a:effectLst/>
                <a:latin typeface="Arial" panose="020B0604020202020204" pitchFamily="34" charset="0"/>
                <a:ea typeface="Arial" panose="020B0604020202020204" pitchFamily="34" charset="0"/>
              </a:rPr>
            </a:br>
            <a:r>
              <a:rPr lang="en-GB" sz="1800" b="1" dirty="0">
                <a:effectLst/>
                <a:latin typeface="Arial" panose="020B0604020202020204" pitchFamily="34" charset="0"/>
                <a:ea typeface="Arial" panose="020B0604020202020204" pitchFamily="34" charset="0"/>
              </a:rPr>
              <a:t>Check the existing Priority lookup rules for both incident and problem table.</a:t>
            </a:r>
            <a:br>
              <a:rPr lang="en-US" sz="1800" dirty="0">
                <a:effectLst/>
                <a:latin typeface="Arial" panose="020B0604020202020204" pitchFamily="34" charset="0"/>
                <a:ea typeface="Arial" panose="020B0604020202020204" pitchFamily="34" charset="0"/>
              </a:rPr>
            </a:br>
            <a:r>
              <a:rPr lang="en-GB" sz="1800" b="1" dirty="0">
                <a:effectLst/>
                <a:latin typeface="Arial" panose="020B0604020202020204" pitchFamily="34" charset="0"/>
                <a:ea typeface="Arial" panose="020B0604020202020204" pitchFamily="34" charset="0"/>
              </a:rPr>
              <a:t>2. Delete the existing Priority lookup rules and create the rules again for priority.</a:t>
            </a:r>
            <a:br>
              <a:rPr lang="en-US" sz="1800" dirty="0">
                <a:effectLst/>
                <a:latin typeface="Arial" panose="020B0604020202020204" pitchFamily="34" charset="0"/>
                <a:ea typeface="Arial" panose="020B0604020202020204" pitchFamily="34" charset="0"/>
              </a:rPr>
            </a:br>
            <a:r>
              <a:rPr lang="en-GB" sz="1800" b="1" dirty="0">
                <a:effectLst/>
                <a:latin typeface="Arial" panose="020B0604020202020204" pitchFamily="34" charset="0"/>
                <a:ea typeface="Arial" panose="020B0604020202020204" pitchFamily="34" charset="0"/>
              </a:rPr>
              <a:t> Add new choices for the impact fields - very high and very low create few new rules based on new choices in the incident.</a:t>
            </a:r>
            <a:endParaRPr lang="en-US" dirty="0"/>
          </a:p>
        </p:txBody>
      </p:sp>
      <p:pic>
        <p:nvPicPr>
          <p:cNvPr id="5" name="Content Placeholder 4">
            <a:extLst>
              <a:ext uri="{FF2B5EF4-FFF2-40B4-BE49-F238E27FC236}">
                <a16:creationId xmlns:a16="http://schemas.microsoft.com/office/drawing/2014/main" id="{D121E204-3724-4992-BC77-2A9CD6B8B1C6}"/>
              </a:ext>
            </a:extLst>
          </p:cNvPr>
          <p:cNvPicPr>
            <a:picLocks noGrp="1" noChangeAspect="1"/>
          </p:cNvPicPr>
          <p:nvPr>
            <p:ph idx="1"/>
          </p:nvPr>
        </p:nvPicPr>
        <p:blipFill>
          <a:blip r:embed="rId2"/>
          <a:stretch>
            <a:fillRect/>
          </a:stretch>
        </p:blipFill>
        <p:spPr>
          <a:xfrm>
            <a:off x="569260" y="2011665"/>
            <a:ext cx="5132294" cy="3160969"/>
          </a:xfrm>
        </p:spPr>
      </p:pic>
      <p:pic>
        <p:nvPicPr>
          <p:cNvPr id="7" name="Picture 6">
            <a:extLst>
              <a:ext uri="{FF2B5EF4-FFF2-40B4-BE49-F238E27FC236}">
                <a16:creationId xmlns:a16="http://schemas.microsoft.com/office/drawing/2014/main" id="{31413ECB-0B33-4E18-B784-DE95F579EF24}"/>
              </a:ext>
            </a:extLst>
          </p:cNvPr>
          <p:cNvPicPr>
            <a:picLocks noChangeAspect="1"/>
          </p:cNvPicPr>
          <p:nvPr/>
        </p:nvPicPr>
        <p:blipFill>
          <a:blip r:embed="rId3"/>
          <a:stretch>
            <a:fillRect/>
          </a:stretch>
        </p:blipFill>
        <p:spPr>
          <a:xfrm>
            <a:off x="5862172" y="2208889"/>
            <a:ext cx="5953310" cy="2786599"/>
          </a:xfrm>
          <a:prstGeom prst="rect">
            <a:avLst/>
          </a:prstGeom>
        </p:spPr>
      </p:pic>
    </p:spTree>
    <p:extLst>
      <p:ext uri="{BB962C8B-B14F-4D97-AF65-F5344CB8AC3E}">
        <p14:creationId xmlns:p14="http://schemas.microsoft.com/office/powerpoint/2010/main" val="3339915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4AECA-F4B1-42AF-8B13-E60EA41112B0}"/>
              </a:ext>
            </a:extLst>
          </p:cNvPr>
          <p:cNvSpPr>
            <a:spLocks noGrp="1"/>
          </p:cNvSpPr>
          <p:nvPr>
            <p:ph type="title"/>
          </p:nvPr>
        </p:nvSpPr>
        <p:spPr/>
        <p:txBody>
          <a:bodyPr>
            <a:normAutofit/>
          </a:bodyPr>
          <a:lstStyle/>
          <a:p>
            <a:r>
              <a:rPr lang="en-US" sz="2000" dirty="0"/>
              <a:t>Brillio data look up we are </a:t>
            </a:r>
            <a:r>
              <a:rPr lang="en-US" sz="2000" dirty="0" err="1"/>
              <a:t>autopopulating</a:t>
            </a:r>
            <a:r>
              <a:rPr lang="en-US" sz="2000" dirty="0"/>
              <a:t> the assignment group</a:t>
            </a:r>
            <a:br>
              <a:rPr lang="en-US" sz="2000" dirty="0"/>
            </a:br>
            <a:r>
              <a:rPr lang="en-GB" sz="2000" b="1" dirty="0">
                <a:effectLst/>
                <a:latin typeface="Arial" panose="020B0604020202020204" pitchFamily="34" charset="0"/>
                <a:ea typeface="Arial" panose="020B0604020202020204" pitchFamily="34" charset="0"/>
              </a:rPr>
              <a:t>Explore the run on form change, insert , update in the data lookup definition</a:t>
            </a:r>
            <a:r>
              <a:rPr lang="en-GB" sz="4400" b="1" dirty="0">
                <a:effectLst/>
                <a:latin typeface="Arial" panose="020B0604020202020204" pitchFamily="34" charset="0"/>
                <a:ea typeface="Arial" panose="020B0604020202020204" pitchFamily="34" charset="0"/>
              </a:rPr>
              <a:t>.</a:t>
            </a:r>
            <a:endParaRPr lang="en-US" dirty="0"/>
          </a:p>
        </p:txBody>
      </p:sp>
      <p:pic>
        <p:nvPicPr>
          <p:cNvPr id="9" name="Content Placeholder 8">
            <a:extLst>
              <a:ext uri="{FF2B5EF4-FFF2-40B4-BE49-F238E27FC236}">
                <a16:creationId xmlns:a16="http://schemas.microsoft.com/office/drawing/2014/main" id="{D0A874F2-2939-4C7C-B41E-38879F3A91D8}"/>
              </a:ext>
            </a:extLst>
          </p:cNvPr>
          <p:cNvPicPr>
            <a:picLocks noGrp="1" noChangeAspect="1"/>
          </p:cNvPicPr>
          <p:nvPr>
            <p:ph idx="1"/>
          </p:nvPr>
        </p:nvPicPr>
        <p:blipFill>
          <a:blip r:embed="rId2"/>
          <a:stretch>
            <a:fillRect/>
          </a:stretch>
        </p:blipFill>
        <p:spPr>
          <a:xfrm>
            <a:off x="927846" y="1690687"/>
            <a:ext cx="10425953" cy="3150253"/>
          </a:xfrm>
        </p:spPr>
      </p:pic>
    </p:spTree>
    <p:extLst>
      <p:ext uri="{BB962C8B-B14F-4D97-AF65-F5344CB8AC3E}">
        <p14:creationId xmlns:p14="http://schemas.microsoft.com/office/powerpoint/2010/main" val="2715073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5DE74-AAB2-456D-B521-5FB9274DE403}"/>
              </a:ext>
            </a:extLst>
          </p:cNvPr>
          <p:cNvSpPr>
            <a:spLocks noGrp="1"/>
          </p:cNvSpPr>
          <p:nvPr>
            <p:ph type="title"/>
          </p:nvPr>
        </p:nvSpPr>
        <p:spPr/>
        <p:txBody>
          <a:bodyPr>
            <a:normAutofit fontScale="90000"/>
          </a:bodyPr>
          <a:lstStyle/>
          <a:p>
            <a:r>
              <a:rPr lang="en-US" dirty="0" err="1"/>
              <a:t>Asssignment</a:t>
            </a:r>
            <a:r>
              <a:rPr lang="en-US" dirty="0"/>
              <a:t> Rule on configuration item and impact</a:t>
            </a:r>
            <a:br>
              <a:rPr lang="en-US" dirty="0"/>
            </a:br>
            <a:br>
              <a:rPr lang="en-US" sz="1800" dirty="0">
                <a:effectLst/>
                <a:latin typeface="Arial" panose="020B0604020202020204" pitchFamily="34" charset="0"/>
                <a:ea typeface="Arial" panose="020B0604020202020204" pitchFamily="34" charset="0"/>
              </a:rPr>
            </a:br>
            <a:endParaRPr lang="en-US" dirty="0"/>
          </a:p>
        </p:txBody>
      </p:sp>
      <p:pic>
        <p:nvPicPr>
          <p:cNvPr id="5" name="Content Placeholder 4">
            <a:extLst>
              <a:ext uri="{FF2B5EF4-FFF2-40B4-BE49-F238E27FC236}">
                <a16:creationId xmlns:a16="http://schemas.microsoft.com/office/drawing/2014/main" id="{C3172356-8505-4A5C-8B70-7007104A3C1C}"/>
              </a:ext>
            </a:extLst>
          </p:cNvPr>
          <p:cNvPicPr>
            <a:picLocks noGrp="1" noChangeAspect="1"/>
          </p:cNvPicPr>
          <p:nvPr>
            <p:ph idx="1"/>
          </p:nvPr>
        </p:nvPicPr>
        <p:blipFill>
          <a:blip r:embed="rId2"/>
          <a:stretch>
            <a:fillRect/>
          </a:stretch>
        </p:blipFill>
        <p:spPr>
          <a:xfrm>
            <a:off x="1370161" y="1825625"/>
            <a:ext cx="9451677" cy="4351338"/>
          </a:xfrm>
        </p:spPr>
      </p:pic>
    </p:spTree>
    <p:extLst>
      <p:ext uri="{BB962C8B-B14F-4D97-AF65-F5344CB8AC3E}">
        <p14:creationId xmlns:p14="http://schemas.microsoft.com/office/powerpoint/2010/main" val="3494545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99ABC-493E-4096-A22B-7C7B8B7D3AC0}"/>
              </a:ext>
            </a:extLst>
          </p:cNvPr>
          <p:cNvSpPr>
            <a:spLocks noGrp="1"/>
          </p:cNvSpPr>
          <p:nvPr>
            <p:ph type="title"/>
          </p:nvPr>
        </p:nvSpPr>
        <p:spPr/>
        <p:txBody>
          <a:bodyPr>
            <a:normAutofit fontScale="90000"/>
          </a:bodyPr>
          <a:lstStyle/>
          <a:p>
            <a:pPr marL="0" marR="0">
              <a:lnSpc>
                <a:spcPct val="125000"/>
              </a:lnSpc>
              <a:spcBef>
                <a:spcPts val="0"/>
              </a:spcBef>
              <a:spcAft>
                <a:spcPts val="0"/>
              </a:spcAft>
            </a:pPr>
            <a:r>
              <a:rPr lang="en-GB" sz="1800" b="1" dirty="0">
                <a:solidFill>
                  <a:srgbClr val="28438F"/>
                </a:solidFill>
                <a:effectLst/>
                <a:latin typeface="Arial" panose="020B0604020202020204" pitchFamily="34" charset="0"/>
                <a:ea typeface="Arial" panose="020B0604020202020204" pitchFamily="34" charset="0"/>
              </a:rPr>
              <a:t>SLA Requirements:</a:t>
            </a:r>
            <a:br>
              <a:rPr lang="en-US" sz="1800" dirty="0">
                <a:effectLst/>
                <a:latin typeface="Arial" panose="020B0604020202020204" pitchFamily="34" charset="0"/>
                <a:ea typeface="Arial" panose="020B0604020202020204" pitchFamily="34" charset="0"/>
              </a:rPr>
            </a:br>
            <a:r>
              <a:rPr lang="en-GB" sz="1800" b="1" dirty="0">
                <a:effectLst/>
                <a:latin typeface="Arial" panose="020B0604020202020204" pitchFamily="34" charset="0"/>
                <a:ea typeface="Arial" panose="020B0604020202020204" pitchFamily="34" charset="0"/>
              </a:rPr>
              <a:t> </a:t>
            </a:r>
            <a:br>
              <a:rPr lang="en-US" sz="1800" dirty="0">
                <a:effectLst/>
                <a:latin typeface="Arial" panose="020B0604020202020204" pitchFamily="34" charset="0"/>
                <a:ea typeface="Arial" panose="020B0604020202020204" pitchFamily="34" charset="0"/>
              </a:rPr>
            </a:br>
            <a:r>
              <a:rPr lang="en-GB" sz="1800" b="1" u="none" strike="noStrike" dirty="0">
                <a:effectLst/>
                <a:latin typeface="Arial" panose="020B0604020202020204" pitchFamily="34" charset="0"/>
                <a:ea typeface="Arial" panose="020B0604020202020204" pitchFamily="34" charset="0"/>
              </a:rPr>
              <a:t>Test whether we can design SLA for a Custom table-copy of incident table</a:t>
            </a:r>
            <a:br>
              <a:rPr lang="en-GB" sz="1800" b="1" u="none" strike="noStrike" dirty="0">
                <a:effectLst/>
                <a:latin typeface="Arial" panose="020B0604020202020204" pitchFamily="34" charset="0"/>
                <a:ea typeface="Arial" panose="020B0604020202020204" pitchFamily="34" charset="0"/>
              </a:rPr>
            </a:br>
            <a:r>
              <a:rPr lang="en-GB" sz="1800" b="1" u="none" strike="noStrike" dirty="0">
                <a:effectLst/>
                <a:latin typeface="Arial" panose="020B0604020202020204" pitchFamily="34" charset="0"/>
                <a:ea typeface="Arial" panose="020B0604020202020204" pitchFamily="34" charset="0"/>
              </a:rPr>
              <a:t>which extends task table  for sla configuration</a:t>
            </a:r>
            <a:br>
              <a:rPr lang="en-US" sz="1800" u="none" strike="noStrike" dirty="0">
                <a:effectLst/>
                <a:latin typeface="Arial" panose="020B0604020202020204" pitchFamily="34" charset="0"/>
                <a:ea typeface="Arial" panose="020B0604020202020204" pitchFamily="34" charset="0"/>
              </a:rPr>
            </a:br>
            <a:endParaRPr lang="en-US" dirty="0"/>
          </a:p>
        </p:txBody>
      </p:sp>
      <p:pic>
        <p:nvPicPr>
          <p:cNvPr id="5" name="Content Placeholder 4">
            <a:extLst>
              <a:ext uri="{FF2B5EF4-FFF2-40B4-BE49-F238E27FC236}">
                <a16:creationId xmlns:a16="http://schemas.microsoft.com/office/drawing/2014/main" id="{E32482D1-A25B-4523-A5B7-9B803A864D41}"/>
              </a:ext>
            </a:extLst>
          </p:cNvPr>
          <p:cNvPicPr>
            <a:picLocks noGrp="1" noChangeAspect="1"/>
          </p:cNvPicPr>
          <p:nvPr>
            <p:ph idx="1"/>
          </p:nvPr>
        </p:nvPicPr>
        <p:blipFill>
          <a:blip r:embed="rId2"/>
          <a:stretch>
            <a:fillRect/>
          </a:stretch>
        </p:blipFill>
        <p:spPr>
          <a:xfrm>
            <a:off x="838200" y="1467037"/>
            <a:ext cx="9696033" cy="4351338"/>
          </a:xfrm>
        </p:spPr>
      </p:pic>
    </p:spTree>
    <p:extLst>
      <p:ext uri="{BB962C8B-B14F-4D97-AF65-F5344CB8AC3E}">
        <p14:creationId xmlns:p14="http://schemas.microsoft.com/office/powerpoint/2010/main" val="1197963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F6F0C-9982-407F-B4D1-2F49A5760C5E}"/>
              </a:ext>
            </a:extLst>
          </p:cNvPr>
          <p:cNvSpPr>
            <a:spLocks noGrp="1"/>
          </p:cNvSpPr>
          <p:nvPr>
            <p:ph type="title"/>
          </p:nvPr>
        </p:nvSpPr>
        <p:spPr/>
        <p:txBody>
          <a:bodyPr>
            <a:normAutofit fontScale="90000"/>
          </a:bodyPr>
          <a:lstStyle/>
          <a:p>
            <a:pPr marL="0" marR="0">
              <a:lnSpc>
                <a:spcPct val="125000"/>
              </a:lnSpc>
              <a:spcBef>
                <a:spcPts val="0"/>
              </a:spcBef>
              <a:spcAft>
                <a:spcPts val="0"/>
              </a:spcAft>
            </a:pPr>
            <a:r>
              <a:rPr lang="en-GB" sz="1800" b="1" dirty="0">
                <a:solidFill>
                  <a:srgbClr val="28438F"/>
                </a:solidFill>
                <a:effectLst/>
                <a:latin typeface="Arial" panose="020B0604020202020204" pitchFamily="34" charset="0"/>
                <a:ea typeface="Arial" panose="020B0604020202020204" pitchFamily="34" charset="0"/>
              </a:rPr>
              <a:t>Reports Requirements:</a:t>
            </a:r>
            <a:br>
              <a:rPr lang="en-US" sz="1800" dirty="0">
                <a:effectLst/>
                <a:latin typeface="Arial" panose="020B0604020202020204" pitchFamily="34" charset="0"/>
                <a:ea typeface="Arial" panose="020B0604020202020204" pitchFamily="34" charset="0"/>
              </a:rPr>
            </a:br>
            <a:r>
              <a:rPr lang="en-GB" sz="1800" b="1" dirty="0">
                <a:effectLst/>
                <a:latin typeface="Arial" panose="020B0604020202020204" pitchFamily="34" charset="0"/>
                <a:ea typeface="Arial" panose="020B0604020202020204" pitchFamily="34" charset="0"/>
              </a:rPr>
              <a:t> </a:t>
            </a:r>
            <a:br>
              <a:rPr lang="en-US" sz="1800" dirty="0">
                <a:effectLst/>
                <a:latin typeface="Arial" panose="020B0604020202020204" pitchFamily="34" charset="0"/>
                <a:ea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84BC422D-8555-43F7-956D-81F65C1A5F72}"/>
              </a:ext>
            </a:extLst>
          </p:cNvPr>
          <p:cNvSpPr>
            <a:spLocks noGrp="1"/>
          </p:cNvSpPr>
          <p:nvPr>
            <p:ph idx="1"/>
          </p:nvPr>
        </p:nvSpPr>
        <p:spPr>
          <a:xfrm>
            <a:off x="636494" y="833718"/>
            <a:ext cx="10717306" cy="5343245"/>
          </a:xfrm>
        </p:spPr>
        <p:txBody>
          <a:bodyPr>
            <a:normAutofit fontScale="47500" lnSpcReduction="20000"/>
          </a:bodyPr>
          <a:lstStyle/>
          <a:p>
            <a:pPr marL="342900" marR="0" lvl="0" indent="-342900">
              <a:lnSpc>
                <a:spcPct val="125000"/>
              </a:lnSpc>
              <a:spcBef>
                <a:spcPts val="0"/>
              </a:spcBef>
              <a:spcAft>
                <a:spcPts val="0"/>
              </a:spcAft>
              <a:buFont typeface="+mj-lt"/>
              <a:buAutoNum type="arabicPeriod"/>
            </a:pPr>
            <a:r>
              <a:rPr lang="en-GB" sz="1800" b="1" u="none" strike="noStrike" dirty="0">
                <a:effectLst/>
                <a:latin typeface="Arial" panose="020B0604020202020204" pitchFamily="34" charset="0"/>
                <a:ea typeface="Arial" panose="020B0604020202020204" pitchFamily="34" charset="0"/>
              </a:rPr>
              <a:t>Name : Group Manager - Incidents by Assignment</a:t>
            </a:r>
            <a:endParaRPr lang="en-US" sz="1800" u="none" strike="noStrike"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Description:</a:t>
            </a:r>
            <a:endParaRPr lang="en-US" sz="18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Create a report for the incident table on state </a:t>
            </a:r>
            <a:r>
              <a:rPr lang="en-GB" sz="1800" b="1" dirty="0" err="1">
                <a:effectLst/>
                <a:latin typeface="Arial" panose="020B0604020202020204" pitchFamily="34" charset="0"/>
                <a:ea typeface="Arial" panose="020B0604020202020204" pitchFamily="34" charset="0"/>
              </a:rPr>
              <a:t>New,onhold,In</a:t>
            </a:r>
            <a:r>
              <a:rPr lang="en-GB" sz="1800" b="1" dirty="0">
                <a:effectLst/>
                <a:latin typeface="Arial" panose="020B0604020202020204" pitchFamily="34" charset="0"/>
                <a:ea typeface="Arial" panose="020B0604020202020204" pitchFamily="34" charset="0"/>
              </a:rPr>
              <a:t> Progress based on assignment group manager.</a:t>
            </a:r>
            <a:endParaRPr lang="en-US" sz="18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Type : Bar</a:t>
            </a:r>
            <a:endParaRPr lang="en-US" sz="1800"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1800" b="1" u="none" strike="noStrike" dirty="0">
                <a:effectLst/>
                <a:latin typeface="Arial" panose="020B0604020202020204" pitchFamily="34" charset="0"/>
                <a:ea typeface="Arial" panose="020B0604020202020204" pitchFamily="34" charset="0"/>
              </a:rPr>
              <a:t>Name : Incidents created by Belgium users</a:t>
            </a:r>
            <a:endParaRPr lang="en-US" sz="1800" u="none" strike="noStrike"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Description:</a:t>
            </a:r>
            <a:endParaRPr lang="en-US" sz="18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Create a report for the incident table on the users created by </a:t>
            </a:r>
            <a:r>
              <a:rPr lang="en-GB" sz="1800" b="1" dirty="0" err="1">
                <a:effectLst/>
                <a:latin typeface="Arial" panose="020B0604020202020204" pitchFamily="34" charset="0"/>
                <a:ea typeface="Arial" panose="020B0604020202020204" pitchFamily="34" charset="0"/>
              </a:rPr>
              <a:t>belgium</a:t>
            </a:r>
            <a:r>
              <a:rPr lang="en-GB" sz="1800" b="1" dirty="0">
                <a:effectLst/>
                <a:latin typeface="Arial" panose="020B0604020202020204" pitchFamily="34" charset="0"/>
                <a:ea typeface="Arial" panose="020B0604020202020204" pitchFamily="34" charset="0"/>
              </a:rPr>
              <a:t> users.</a:t>
            </a:r>
            <a:endParaRPr lang="en-US" sz="18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Type: List</a:t>
            </a:r>
            <a:endParaRPr lang="en-US" sz="1800"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1800" b="1" u="none" strike="noStrike" dirty="0">
                <a:effectLst/>
                <a:latin typeface="Arial" panose="020B0604020202020204" pitchFamily="34" charset="0"/>
                <a:ea typeface="Arial" panose="020B0604020202020204" pitchFamily="34" charset="0"/>
              </a:rPr>
              <a:t>Name : Incident Trending from Jan 2016 to today</a:t>
            </a:r>
            <a:endParaRPr lang="en-US" sz="1800" u="none" strike="noStrike"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Description: Create a report for the incident table records created from 2016 to till now.</a:t>
            </a:r>
            <a:endParaRPr lang="en-US" sz="18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Type : List</a:t>
            </a:r>
            <a:endParaRPr lang="en-US" sz="1800"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1800" b="1" u="none" strike="noStrike" dirty="0">
                <a:effectLst/>
                <a:latin typeface="Arial" panose="020B0604020202020204" pitchFamily="34" charset="0"/>
                <a:ea typeface="Arial" panose="020B0604020202020204" pitchFamily="34" charset="0"/>
              </a:rPr>
              <a:t>Name : Open Incidents by Priority</a:t>
            </a:r>
            <a:endParaRPr lang="en-US" sz="1800" u="none" strike="noStrike"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Description: Create a report for the incident table on the priority basis.</a:t>
            </a:r>
            <a:endParaRPr lang="en-US" sz="18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Type : Pie</a:t>
            </a:r>
            <a:endParaRPr lang="en-US" sz="1800"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1800" b="1" u="none" strike="noStrike" dirty="0">
                <a:effectLst/>
                <a:latin typeface="Arial" panose="020B0604020202020204" pitchFamily="34" charset="0"/>
                <a:ea typeface="Arial" panose="020B0604020202020204" pitchFamily="34" charset="0"/>
              </a:rPr>
              <a:t>Name : </a:t>
            </a:r>
            <a:r>
              <a:rPr lang="en-GB" sz="1800" b="1" u="none" strike="noStrike" dirty="0" err="1">
                <a:effectLst/>
                <a:latin typeface="Arial" panose="020B0604020202020204" pitchFamily="34" charset="0"/>
                <a:ea typeface="Arial" panose="020B0604020202020204" pitchFamily="34" charset="0"/>
              </a:rPr>
              <a:t>HardwareIncidents</a:t>
            </a:r>
            <a:r>
              <a:rPr lang="en-GB" sz="1800" b="1" u="none" strike="noStrike" dirty="0">
                <a:effectLst/>
                <a:latin typeface="Arial" panose="020B0604020202020204" pitchFamily="34" charset="0"/>
                <a:ea typeface="Arial" panose="020B0604020202020204" pitchFamily="34" charset="0"/>
              </a:rPr>
              <a:t> - Last 30 days</a:t>
            </a:r>
            <a:endParaRPr lang="en-US" sz="1800" u="none" strike="noStrike"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Description : Create a report on an incident table for a hardware group created in the last 30 days.</a:t>
            </a:r>
            <a:endParaRPr lang="en-US" sz="18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Type: Heatmap</a:t>
            </a:r>
            <a:endParaRPr lang="en-US" sz="1800"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1800" b="1" u="none" strike="noStrike" dirty="0">
                <a:effectLst/>
                <a:latin typeface="Arial" panose="020B0604020202020204" pitchFamily="34" charset="0"/>
                <a:ea typeface="Arial" panose="020B0604020202020204" pitchFamily="34" charset="0"/>
              </a:rPr>
              <a:t>Name : Incidents Opened Today</a:t>
            </a:r>
            <a:endParaRPr lang="en-US" sz="1800" u="none" strike="noStrike"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Description : Create a report on incident table opened on today</a:t>
            </a:r>
            <a:endParaRPr lang="en-US" sz="18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Type: Single sore</a:t>
            </a:r>
            <a:endParaRPr lang="en-US" sz="1800"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1800" b="1" u="none" strike="noStrike" dirty="0">
                <a:effectLst/>
                <a:latin typeface="Arial" panose="020B0604020202020204" pitchFamily="34" charset="0"/>
                <a:ea typeface="Arial" panose="020B0604020202020204" pitchFamily="34" charset="0"/>
              </a:rPr>
              <a:t>Name : All Incidents Closed By (My Groups)</a:t>
            </a:r>
            <a:endParaRPr lang="en-US" sz="1800" u="none" strike="noStrike"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Description : Create a report on the incident table closed by assignment group where logged in user part of.</a:t>
            </a:r>
            <a:endParaRPr lang="en-US" sz="18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Type: Bar</a:t>
            </a:r>
            <a:endParaRPr lang="en-US" sz="1800"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1800" b="1" u="none" strike="noStrike" dirty="0">
                <a:effectLst/>
                <a:latin typeface="Arial" panose="020B0604020202020204" pitchFamily="34" charset="0"/>
                <a:ea typeface="Arial" panose="020B0604020202020204" pitchFamily="34" charset="0"/>
              </a:rPr>
              <a:t>Name : Incidents not updated for 7 days</a:t>
            </a:r>
            <a:endParaRPr lang="en-US" sz="1800" u="none" strike="noStrike"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Description : Create a report on incident table which were not updated since 7 days</a:t>
            </a:r>
            <a:endParaRPr lang="en-US" sz="18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Type:  Sigle score</a:t>
            </a:r>
            <a:endParaRPr lang="en-US" sz="1800"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1800" b="1" u="none" strike="noStrike" dirty="0">
                <a:effectLst/>
                <a:latin typeface="Arial" panose="020B0604020202020204" pitchFamily="34" charset="0"/>
                <a:ea typeface="Arial" panose="020B0604020202020204" pitchFamily="34" charset="0"/>
              </a:rPr>
              <a:t>Name:  Incidents related to Causing Changes</a:t>
            </a:r>
            <a:endParaRPr lang="en-US" sz="1800" u="none" strike="noStrike"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Description : Create a report on the incident table which is causing change.</a:t>
            </a:r>
            <a:endParaRPr lang="en-US" sz="18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Type: List</a:t>
            </a:r>
            <a:endParaRPr lang="en-US" sz="1800"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1800" b="1" u="none" strike="noStrike" dirty="0">
                <a:effectLst/>
                <a:latin typeface="Arial" panose="020B0604020202020204" pitchFamily="34" charset="0"/>
                <a:ea typeface="Arial" panose="020B0604020202020204" pitchFamily="34" charset="0"/>
              </a:rPr>
              <a:t>Name : Unassigned Incidents </a:t>
            </a:r>
            <a:endParaRPr lang="en-US" sz="1800" u="none" strike="noStrike"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Description : Create reports on the incident table that are not assigned to any user.</a:t>
            </a:r>
            <a:endParaRPr lang="en-US" sz="18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Type : Sigle score</a:t>
            </a:r>
            <a:endParaRPr lang="en-US" sz="1800"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1800" b="1" u="none" strike="noStrike" dirty="0">
                <a:effectLst/>
                <a:latin typeface="Arial" panose="020B0604020202020204" pitchFamily="34" charset="0"/>
                <a:ea typeface="Arial" panose="020B0604020202020204" pitchFamily="34" charset="0"/>
              </a:rPr>
              <a:t>Create a dashboard and attach all these reports to it.</a:t>
            </a:r>
            <a:endParaRPr lang="en-US" sz="1800" u="none" strike="noStrike" dirty="0">
              <a:effectLst/>
              <a:latin typeface="Arial" panose="020B0604020202020204" pitchFamily="34" charset="0"/>
              <a:ea typeface="Arial" panose="020B0604020202020204" pitchFamily="34" charset="0"/>
            </a:endParaRPr>
          </a:p>
          <a:p>
            <a:pPr marL="0" marR="0">
              <a:lnSpc>
                <a:spcPct val="125000"/>
              </a:lnSpc>
              <a:spcBef>
                <a:spcPts val="0"/>
              </a:spcBef>
              <a:spcAft>
                <a:spcPts val="0"/>
              </a:spcAft>
            </a:pPr>
            <a:r>
              <a:rPr lang="en-GB" sz="1800" b="1" dirty="0">
                <a:effectLst/>
                <a:latin typeface="Arial" panose="020B0604020202020204" pitchFamily="34" charset="0"/>
                <a:ea typeface="Arial" panose="020B0604020202020204" pitchFamily="34" charset="0"/>
              </a:rPr>
              <a:t> </a:t>
            </a:r>
            <a:endParaRPr lang="en-US" sz="1800" dirty="0">
              <a:effectLst/>
              <a:latin typeface="Arial" panose="020B0604020202020204" pitchFamily="34" charset="0"/>
              <a:ea typeface="Arial" panose="020B0604020202020204" pitchFamily="34" charset="0"/>
            </a:endParaRPr>
          </a:p>
          <a:p>
            <a:endParaRPr lang="en-US" dirty="0"/>
          </a:p>
        </p:txBody>
      </p:sp>
    </p:spTree>
    <p:extLst>
      <p:ext uri="{BB962C8B-B14F-4D97-AF65-F5344CB8AC3E}">
        <p14:creationId xmlns:p14="http://schemas.microsoft.com/office/powerpoint/2010/main" val="887882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0E4C579-6A44-0B7D-D9A1-EC83517831A6}"/>
              </a:ext>
            </a:extLst>
          </p:cNvPr>
          <p:cNvPicPr>
            <a:picLocks noGrp="1" noChangeAspect="1"/>
          </p:cNvPicPr>
          <p:nvPr>
            <p:ph idx="1"/>
          </p:nvPr>
        </p:nvPicPr>
        <p:blipFill>
          <a:blip r:embed="rId2"/>
          <a:stretch>
            <a:fillRect/>
          </a:stretch>
        </p:blipFill>
        <p:spPr>
          <a:xfrm>
            <a:off x="694472" y="458505"/>
            <a:ext cx="10558353" cy="5940989"/>
          </a:xfrm>
          <a:prstGeom prst="rect">
            <a:avLst/>
          </a:prstGeom>
        </p:spPr>
      </p:pic>
    </p:spTree>
    <p:extLst>
      <p:ext uri="{BB962C8B-B14F-4D97-AF65-F5344CB8AC3E}">
        <p14:creationId xmlns:p14="http://schemas.microsoft.com/office/powerpoint/2010/main" val="2745126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DC64B-D4B5-4326-9601-207CF2070EA4}"/>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0CCA8B5E-5F28-4C2F-A929-CF91169DB856}"/>
              </a:ext>
            </a:extLst>
          </p:cNvPr>
          <p:cNvPicPr>
            <a:picLocks noGrp="1" noChangeAspect="1"/>
          </p:cNvPicPr>
          <p:nvPr>
            <p:ph idx="1"/>
          </p:nvPr>
        </p:nvPicPr>
        <p:blipFill>
          <a:blip r:embed="rId2"/>
          <a:stretch>
            <a:fillRect/>
          </a:stretch>
        </p:blipFill>
        <p:spPr>
          <a:xfrm>
            <a:off x="560294" y="365125"/>
            <a:ext cx="10515600" cy="4233776"/>
          </a:xfrm>
        </p:spPr>
      </p:pic>
    </p:spTree>
    <p:extLst>
      <p:ext uri="{BB962C8B-B14F-4D97-AF65-F5344CB8AC3E}">
        <p14:creationId xmlns:p14="http://schemas.microsoft.com/office/powerpoint/2010/main" val="30751186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438</TotalTime>
  <Words>952</Words>
  <Application>Microsoft Office PowerPoint</Application>
  <PresentationFormat>Widescreen</PresentationFormat>
  <Paragraphs>73</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TASK 3</vt:lpstr>
      <vt:lpstr>PowerPoint Presentation</vt:lpstr>
      <vt:lpstr>DATA LOOKUP RULES AND ASSIGNMENTS RULES Check the existing Priority lookup rules for both incident and problem table. 2. Delete the existing Priority lookup rules and create the rules again for priority.  Add new choices for the impact fields - very high and very low create few new rules based on new choices in the incident.</vt:lpstr>
      <vt:lpstr>Brillio data look up we are autopopulating the assignment group Explore the run on form change, insert , update in the data lookup definition.</vt:lpstr>
      <vt:lpstr>Asssignment Rule on configuration item and impact  </vt:lpstr>
      <vt:lpstr>SLA Requirements:   Test whether we can design SLA for a Custom table-copy of incident table which extends task table  for sla configuration </vt:lpstr>
      <vt:lpstr>Reports Requirements: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3</dc:title>
  <dc:creator>Vinay Tanneru</dc:creator>
  <cp:lastModifiedBy>Vinay Tanneru</cp:lastModifiedBy>
  <cp:revision>16</cp:revision>
  <dcterms:created xsi:type="dcterms:W3CDTF">2026-05-20T06:43:00Z</dcterms:created>
  <dcterms:modified xsi:type="dcterms:W3CDTF">2026-05-20T17:56:20Z</dcterms:modified>
</cp:coreProperties>
</file>