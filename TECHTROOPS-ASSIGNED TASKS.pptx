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C9C6-22C9-44AE-9DF4-DEA987A6C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96EEA-E7F5-4662-B619-AA4A97D80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80796-18E7-4A8F-85ED-E81C86E0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58E80-750A-478B-92FC-DEB2E8EA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A4DB0-0D45-450C-8807-4B26F0C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2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2230-260B-4272-82E5-C4E87F95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0790F-954C-48B3-B908-1BEBE91F0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14142-FE5D-4C65-9EB1-15D67609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B4C5-FC03-475E-B82B-B5F1DBF2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E93D-130F-44D8-9AF1-6970E35F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9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1244-A196-4FDE-872B-4EB0A5F7D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E6F5B-DFB5-421C-AD92-10F2CAF5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73851-90E4-4719-BB04-7FF20718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0BCFF-5673-4FE3-A8DD-6E9ADEF1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05C1-4047-446A-AEC2-D5E81330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36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5688-3C9C-43DA-83F1-CF25A9F0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DC936-4922-4A21-AE33-281A25A76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AA655-5B51-4125-838B-3AE845AC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DAB97-E9C3-4849-BF90-FF4CE5D5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465C9-38C3-4BDC-BC1C-3A95700B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F1A4E-63CD-4197-A824-BD16C6665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1793-863D-47D0-8884-D068C73C1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BC9CA-2850-416B-AB4F-BB8E26F39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8B867-3709-44FE-A5CB-958E012AE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D890F-908F-491F-B76F-BA94841DC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3D4ED1-B7DC-423A-81DC-6B35D05CB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0148B9-1950-40CD-971E-57E2EE0D7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A7B58-05B5-4891-97DA-96B15FC71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4019E9-4620-41F5-84CE-D88D676B3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1CB0A-16E9-4CC0-9BFA-52BAE3B2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B9898-0F05-413D-85F7-803B98BF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B29D-3FDC-4ADF-9511-5433367F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26883-A0D3-4F51-BF59-80A3E068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7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AEA5B1-5722-4994-B20C-AE2F40CF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127E9-F81F-4A65-8353-86F59EE4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CC7A0-B0B3-4CFE-BAFB-CE38A137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7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32A4-F8B1-481B-9186-ABB6845F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2F60-356E-4C0C-9668-2D91A78F4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BFF12-F05D-4132-BC2F-F99F89806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DD0A5-2B17-4CB3-9F4F-4704D7BE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32A08-2D26-48A2-8E11-6F8AC24B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5EFB7-F3C4-4161-AE1E-D62910F7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5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E92B-5DD9-4B42-897F-FAA240B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524C6A-3D67-4B19-AC99-104227104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9A071-269D-42DF-A627-5B5DECF16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63A15-2704-4E3A-A9D3-2D496862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247BA-2EDE-44A4-ADD7-D82B4470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501C8-67B2-452D-BBF4-C3C1B9DE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9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6F6C-0F84-406A-9E1F-F4E90EDD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F264F-9350-4D37-874E-97511551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38A8D-8D33-4968-872C-118967AA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3860-6667-40BB-8036-9CDC1D9E6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2CFC-1307-4463-BEE6-34DE2112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1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C76F9-8455-43C5-9E36-F5EE400ED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FE2C6-76C7-4DD4-8473-4A9EC976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6E91-C13B-4AF7-9C0D-11B7A3EC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82755-9E9A-4CC2-A8F1-6DD1694D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40AA7-71FF-47E9-A3FD-6249F59E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4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68B4E-3061-4625-BBC1-96D991C91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7248A-89FC-4890-9B1D-6F02EB3E3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0703-4091-4F43-86CE-A490BD80E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AF060-9FF4-4DEE-BA28-F61B7C2AB02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37A58-C4D3-4B42-BA79-27E912A2E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3C55D-D747-4DF5-AEAF-97C494B00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07F4B-06D0-4123-94F7-D2066C70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8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003C-88C2-4A34-AB13-920363EFA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TECHTROOPS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8791C-5911-4D16-81CA-6D671E068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ASSIGNED TASKS SERVICENOW DEVELOPER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VINAY TANNERU</a:t>
            </a:r>
          </a:p>
        </p:txBody>
      </p:sp>
    </p:spTree>
    <p:extLst>
      <p:ext uri="{BB962C8B-B14F-4D97-AF65-F5344CB8AC3E}">
        <p14:creationId xmlns:p14="http://schemas.microsoft.com/office/powerpoint/2010/main" val="333826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8867-B200-4AF2-BFCE-F2E1558F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dirty="0">
                <a:solidFill>
                  <a:srgbClr val="21407C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User Administration:</a:t>
            </a:r>
            <a:br>
              <a:rPr lang="en-US" sz="4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99CF-C11B-4DD7-A949-1C029BEE8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3" y="1266824"/>
            <a:ext cx="10515600" cy="4829176"/>
          </a:xfrm>
        </p:spPr>
        <p:txBody>
          <a:bodyPr>
            <a:normAutofit fontScale="25000" lnSpcReduction="20000"/>
          </a:bodyPr>
          <a:lstStyle/>
          <a:p>
            <a:pPr marL="0" marR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1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10 User account with different user names and Id's fill the complete form and observe all the fields in user table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2 groups (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servicenow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support, salesforce support)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Add 5 users in 1st group, add 5 users in the 2nd group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functionality of roles, Administration, ITIL,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itil_admin,ESS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by giving to different users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locked out and active checkbox functionality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impersonate functionality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possibility to add roles to users and groups check the behaviour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how to add user to group from user record, how to add user to group from group.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2 Roles named as (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brillio_problem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brillio_change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for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brillio_problem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assign problem application, For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brillio_change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assign change application give this roles to different users and test the access.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1 role names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brillio_IPC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give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incident,problem,change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application access by using contain roles option.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one new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company,department,location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from the respective tables and add to users.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functionality of the delegate user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Check the functionality of the Override application menu roles checkbox in the module.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role named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prb_createnew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should give access only to the create new module in the problem application, other module access should not come with this role.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one elevated role named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brillio_elevate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should give access to system security applications only whenever the user is elevated</a:t>
            </a:r>
            <a:r>
              <a:rPr lang="en-GB" sz="3600" b="1" u="none" strike="noStrike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US" sz="3600" u="none" strike="noStrike" dirty="0">
              <a:effectLst/>
              <a:highlight>
                <a:srgbClr val="FFFF00"/>
              </a:highligh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one role named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IPC_open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that should provide access to all incidents, problems, and change applications Open module only.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Create a role named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brillio_resolved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should give access to resolved incidents only to the users and should be an elevated role.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create 1 role names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brillio_IPC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give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incident,problem,change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application access by using contain roles option. for this requirement make this role as elevated and check whether elevated functionality works or not.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a role named as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brillio_selfservice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that should restrict self service application.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functionality of impersonator role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functionality of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timezone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and Date format fields in the user table.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10 Users 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2 groups (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ericson_internal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ericson_External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2 Roles named as (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ericson_elevate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) for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techtroop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assign incident application, For </a:t>
            </a:r>
            <a:r>
              <a:rPr lang="en-GB" sz="36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ericson_elevate</a:t>
            </a:r>
            <a:r>
              <a:rPr lang="en-GB" sz="36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assign problem application access with elevate checkbox true. </a:t>
            </a:r>
            <a:endParaRPr lang="en-US" sz="36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69875" marR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- give </a:t>
            </a:r>
            <a:r>
              <a:rPr lang="en-GB" sz="36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Ericsonrole</a:t>
            </a:r>
            <a:r>
              <a:rPr lang="en-GB" sz="3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to 1 </a:t>
            </a:r>
            <a:r>
              <a:rPr lang="en-GB" sz="36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st</a:t>
            </a:r>
            <a:r>
              <a:rPr lang="en-GB" sz="3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group, </a:t>
            </a:r>
            <a:r>
              <a:rPr lang="en-GB" sz="3600" b="1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eicson_elevate</a:t>
            </a:r>
            <a:r>
              <a:rPr lang="en-GB" sz="3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to 2nd group, check how it will work by login to the different groups.</a:t>
            </a:r>
            <a:endParaRPr lang="en-US" sz="3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1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108E-2AF7-4400-AD74-7DAA148D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OUTPUT: GROUP1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22A4E4-1EC9-453E-8B81-34B7D477C2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489" y="1867958"/>
            <a:ext cx="10070088" cy="4351338"/>
          </a:xfrm>
        </p:spPr>
      </p:pic>
    </p:spTree>
    <p:extLst>
      <p:ext uri="{BB962C8B-B14F-4D97-AF65-F5344CB8AC3E}">
        <p14:creationId xmlns:p14="http://schemas.microsoft.com/office/powerpoint/2010/main" val="63689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A025-8818-4329-8B60-55BFB176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GROUP2: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E2A72-23DC-494D-996E-988380BE2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108" y="1690688"/>
            <a:ext cx="9956451" cy="4351338"/>
          </a:xfrm>
        </p:spPr>
      </p:pic>
    </p:spTree>
    <p:extLst>
      <p:ext uri="{BB962C8B-B14F-4D97-AF65-F5344CB8AC3E}">
        <p14:creationId xmlns:p14="http://schemas.microsoft.com/office/powerpoint/2010/main" val="386525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C404-221A-467C-9230-51DB6C52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 OF ROLES BY DIFFERENT USERS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725FF0-3B6E-48D3-AA22-D17B00F1C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2901" y="1868418"/>
            <a:ext cx="4960395" cy="151553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6A35A7-2E2C-4E96-904A-E06437A3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4309533" cy="2481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A85B91-CEB4-42C5-82E8-FDFC7DED3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67" y="4722609"/>
            <a:ext cx="3796034" cy="1770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AD8B68-D40D-4CB0-83AF-9EDA4E6AA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411" y="3824149"/>
            <a:ext cx="4115373" cy="14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6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0595-0A8F-4F2E-AF30-848FE4F9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652B2-CD58-405A-B133-9F810C368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Checked the locked out and active checkbox functionality to the users Rahul and </a:t>
            </a:r>
            <a:r>
              <a:rPr lang="en-GB" sz="2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kumar</a:t>
            </a:r>
            <a:r>
              <a:rPr lang="en-GB" sz="2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can’t impersonate due to locked out</a:t>
            </a:r>
            <a:br>
              <a:rPr lang="en-GB" sz="2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2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checked impersonate functionality </a:t>
            </a:r>
            <a:r>
              <a:rPr lang="en-GB" sz="2800" b="1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vinay</a:t>
            </a:r>
            <a:r>
              <a:rPr lang="en-GB" sz="28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user worked</a:t>
            </a:r>
            <a:endParaRPr lang="en-US" sz="2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4FBF3-0B84-46AB-B035-0CC841D46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732" y="3605822"/>
            <a:ext cx="7240003" cy="22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2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BD38-DD9E-4AFE-9BD6-6EC5A01E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GROUPS WITH THE ROLES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1728F-5485-4B1A-8ECB-D60615D76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819" t="2507"/>
          <a:stretch/>
        </p:blipFill>
        <p:spPr>
          <a:xfrm>
            <a:off x="558800" y="1828536"/>
            <a:ext cx="5602742" cy="30241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852EA1-BFDC-458A-A5A8-7B0B566C5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841" y="1896534"/>
            <a:ext cx="5400320" cy="328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9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97C6-21CE-4B0B-8AA9-51FD0D25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Segoe UI" panose="020B0502040204020203" pitchFamily="34" charset="0"/>
              </a:rPr>
              <a:t>Add User to Group from </a:t>
            </a:r>
            <a:r>
              <a:rPr lang="en-US" b="1" i="0" dirty="0">
                <a:effectLst/>
                <a:latin typeface="Segoe UI" panose="020B0502040204020203" pitchFamily="34" charset="0"/>
              </a:rPr>
              <a:t>User Record </a:t>
            </a:r>
            <a:r>
              <a:rPr lang="en-US" i="0" dirty="0">
                <a:effectLst/>
                <a:latin typeface="Segoe UI" panose="020B0502040204020203" pitchFamily="34" charset="0"/>
              </a:rPr>
              <a:t>and user to group form group record</a:t>
            </a:r>
            <a:br>
              <a:rPr lang="en-US" b="0" i="0" dirty="0"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080D6DF-8553-47F6-9164-C2BD29E0D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134" y="2169022"/>
            <a:ext cx="5147733" cy="315651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B17A53-E221-416F-BF3C-08495EB73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92" y="2108200"/>
            <a:ext cx="4853716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231E-2062-4FB7-8DFD-2D76F378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87067" cy="1260475"/>
          </a:xfrm>
        </p:spPr>
        <p:txBody>
          <a:bodyPr>
            <a:normAutofit fontScale="90000"/>
          </a:bodyPr>
          <a:lstStyle/>
          <a:p>
            <a:r>
              <a:rPr lang="en-US" dirty="0"/>
              <a:t>BRILLIO ROLE USED TO OPEN PROBLEM AND CHANGE CHECKED BY USER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54286-90A7-4C96-841C-AA42342C4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0" y="2225383"/>
            <a:ext cx="4910667" cy="33202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DD2AE-8E4A-41C9-B472-8E99D24D9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153" y="3429000"/>
            <a:ext cx="5481647" cy="2863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634959-8425-435C-9DF4-1E8F88A5F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27906"/>
            <a:ext cx="4691716" cy="230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3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41B8-2079-4460-8A81-612796F9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9" y="475192"/>
            <a:ext cx="10583333" cy="1294342"/>
          </a:xfrm>
        </p:spPr>
        <p:txBody>
          <a:bodyPr>
            <a:normAutofit fontScale="90000"/>
          </a:bodyPr>
          <a:lstStyle/>
          <a:p>
            <a:r>
              <a:rPr lang="en-GB" sz="27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1 role names as </a:t>
            </a:r>
            <a:r>
              <a:rPr lang="en-GB" sz="27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brillio_IPC</a:t>
            </a:r>
            <a:r>
              <a:rPr lang="en-GB" sz="27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give </a:t>
            </a:r>
            <a:r>
              <a:rPr lang="en-GB" sz="27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incident,problem,change</a:t>
            </a:r>
            <a:r>
              <a:rPr lang="en-GB" sz="27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application access by using contain roles option.</a:t>
            </a:r>
            <a:br>
              <a:rPr lang="en-GB" sz="27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GB" sz="31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one new </a:t>
            </a:r>
            <a:r>
              <a:rPr lang="en-GB" sz="31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company,department,location</a:t>
            </a:r>
            <a:r>
              <a:rPr lang="en-GB" sz="31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from the respective tables and add to users</a:t>
            </a:r>
            <a:br>
              <a:rPr lang="en-US" sz="31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31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3648A4-D4C9-400A-A8CD-6B94121B8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883" y="1834092"/>
            <a:ext cx="483903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8DC7D6-D252-45C1-A310-B363F99E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706" y="1981201"/>
            <a:ext cx="5739226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30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5A81-A5F3-4CAB-9781-5A37EEFB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75333" cy="727075"/>
          </a:xfrm>
        </p:spPr>
        <p:txBody>
          <a:bodyPr>
            <a:normAutofit fontScale="90000"/>
          </a:bodyPr>
          <a:lstStyle/>
          <a:p>
            <a:r>
              <a:rPr lang="en-GB" sz="2200" b="1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Check the functionality of the Override application menu roles checkbox in the module. </a:t>
            </a:r>
            <a:r>
              <a:rPr lang="en-GB" sz="2200" b="1" dirty="0">
                <a:latin typeface="Arial" panose="020B0604020202020204" pitchFamily="34" charset="0"/>
                <a:ea typeface="Arial" panose="020B0604020202020204" pitchFamily="34" charset="0"/>
              </a:rPr>
              <a:t>User can see only the </a:t>
            </a:r>
            <a:r>
              <a:rPr lang="en-GB" sz="2200" b="1" dirty="0" err="1">
                <a:latin typeface="Arial" panose="020B0604020202020204" pitchFamily="34" charset="0"/>
                <a:ea typeface="Arial" panose="020B0604020202020204" pitchFamily="34" charset="0"/>
              </a:rPr>
              <a:t>financecase</a:t>
            </a:r>
            <a:r>
              <a:rPr lang="en-GB" sz="2200" b="1" dirty="0">
                <a:latin typeface="Arial" panose="020B0604020202020204" pitchFamily="34" charset="0"/>
                <a:ea typeface="Arial" panose="020B0604020202020204" pitchFamily="34" charset="0"/>
              </a:rPr>
              <a:t> module parent and not the child finance cases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01A258-D7D6-49EA-B3A9-41975BCD5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1481668"/>
            <a:ext cx="7959976" cy="2294466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BC1E14-4EC1-4C26-95FD-8CFC922CF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144" y="4052522"/>
            <a:ext cx="8789923" cy="229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14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4ED3-B545-4A0B-A07E-34DEA9E4D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Create a role named as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prb_createnew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that should give access only to the create new module in the problem application, other module access should not come with this role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969C4-5D33-4CBD-B3A7-8D58840BA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1937" y="1484247"/>
            <a:ext cx="10348125" cy="2554353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4941336-5CF3-4D58-BE4F-E94905D8B7A4}"/>
              </a:ext>
            </a:extLst>
          </p:cNvPr>
          <p:cNvSpPr txBox="1">
            <a:spLocks/>
          </p:cNvSpPr>
          <p:nvPr/>
        </p:nvSpPr>
        <p:spPr>
          <a:xfrm>
            <a:off x="796331" y="39719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88224-0AE4-43E8-8FD2-641892A4EB13}"/>
              </a:ext>
            </a:extLst>
          </p:cNvPr>
          <p:cNvSpPr txBox="1"/>
          <p:nvPr/>
        </p:nvSpPr>
        <p:spPr>
          <a:xfrm>
            <a:off x="990600" y="4199467"/>
            <a:ext cx="10143067" cy="81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Create one role named </a:t>
            </a:r>
            <a:r>
              <a:rPr lang="en-GB" sz="1800" u="none" strike="noStrike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IPC_open</a:t>
            </a:r>
            <a:r>
              <a:rPr lang="en-GB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that should provide access to all incidents, problems, and change applications Open module only.</a:t>
            </a:r>
            <a:endParaRPr lang="en-US" sz="1800" u="none" strike="noStrike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93276D-09E5-4376-BD23-763F0534B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867" y="4805180"/>
            <a:ext cx="5875866" cy="168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677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Office Theme</vt:lpstr>
      <vt:lpstr>TECHTROOPS</vt:lpstr>
      <vt:lpstr>User Administration: </vt:lpstr>
      <vt:lpstr>OUTPUT: GROUP1</vt:lpstr>
      <vt:lpstr>OUTPUT GROUP2:</vt:lpstr>
      <vt:lpstr>FUNCTIONALITY OF ROLES BY DIFFERENT USERS</vt:lpstr>
      <vt:lpstr>PowerPoint Presentation</vt:lpstr>
      <vt:lpstr>GROUPS WITH THE ROLES </vt:lpstr>
      <vt:lpstr>Add User to Group from User Record and user to group form group record </vt:lpstr>
      <vt:lpstr>BRILLIO ROLE USED TO OPEN PROBLEM AND CHANGE CHECKED BY USER</vt:lpstr>
      <vt:lpstr>create 1 role names as brillio_IPC  give incident,problem,change application access by using contain roles option. Create one new company,department,location from the respective tables and add to users </vt:lpstr>
      <vt:lpstr>Check the functionality of the Override application menu roles checkbox in the module. User can see only the financecase module parent and not the child finance cases </vt:lpstr>
      <vt:lpstr>Create a role named as prb_createnew that should give access only to the create new module in the problem application, other module access should not come with this role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TECHTROOPS</dc:title>
  <dc:creator>Vinay Tanneru</dc:creator>
  <cp:lastModifiedBy>Vinay Tanneru</cp:lastModifiedBy>
  <cp:revision>22</cp:revision>
  <dcterms:created xsi:type="dcterms:W3CDTF">2026-05-18T06:14:08Z</dcterms:created>
  <dcterms:modified xsi:type="dcterms:W3CDTF">2026-05-18T12:49:47Z</dcterms:modified>
</cp:coreProperties>
</file>