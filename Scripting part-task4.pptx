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3F81-22B8-499C-B326-C1BC54210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BD136-8513-4316-8E41-4DE24E8AE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B2ED3-85DB-427E-9E4E-F2DDE686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16342-6DAF-4F0C-B3F5-4122CCB1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3369-3853-4A20-8958-29205CEF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9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824B-1E79-494C-B9B4-05CF37BE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BD733-5EF4-4D88-9C2F-1DD49D060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A1E47-F04C-4DCC-AF9B-70100E82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09A6A-1A49-4E2B-B3D3-87571734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700F-D107-4407-B0AC-FC219904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0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FEA5-B409-4038-A586-35C63E18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D38F1-011E-48C6-A6EC-41CD139B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B4401-5E41-4FFC-8B23-E3618EBD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ECD2E-7D2B-41FA-9794-1DFB9A74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168CD-BDE8-45C7-9F17-49E4B9C8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65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3981-D4F2-4F4F-9411-95F07F96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9E0C-9189-4AF6-970E-DBC25C74E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0D3AD-D63B-4432-A4CA-F29D59694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DAA4E-3FCC-440D-9A2F-02AAD972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19F70-AAF0-4158-A2C2-04FB6DEC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090CA-E59A-46A0-8186-A78D0695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8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7BDD-AFB9-4E95-BF44-EEBEE85F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13565-35EC-448E-9709-5FEEBB90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5EB6E-07EE-4677-8154-0032EF35A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692AC-F2A7-4556-836D-CE0E69267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0227B-7CFA-4C53-BB43-B7E752597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447B2-515F-429A-9575-E6BE237E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A54FE-FEF2-43EB-A49B-0B093ED5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F25B4-CF3B-4080-AE4D-83CC7E75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5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80D9-E385-4881-8B53-837D490E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D2502-137B-43E0-8ED9-97834206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9C6E1-D206-4C63-AFC9-AFF61049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F85B7-E823-44F1-8E3A-C7187F4B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1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0D4BF-28EC-4946-A926-9303D33E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14044-1307-4391-B992-033DA5F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8FC3E-483F-4711-B4BD-7F7EFA50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1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507C-8D70-48D7-A197-FD2D0A91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788F-EAE1-4EBB-9B9F-ED6CE252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7BC9B-CC39-4D3D-A321-8BCEF06C3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20ABB-FBE5-4B2E-93B8-3808E207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D1674-1B96-4555-B9B8-63EBD0BB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F4173-B0F9-4D19-AE24-8FC469A7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0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25F8-3B69-4FEF-AEAD-FBD37D91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E6B66E-7E0C-4A47-8BEE-1F8703DBF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FB7BC-C38A-4ED0-B6BE-4E6DA3ACA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1058B-9BA9-4534-A6DB-09460BB7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E67B9-DE76-42AB-93EF-6FFA45EE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F34A8-D009-4E9F-8D84-2CF1E85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4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423A-7607-4028-A005-BFA0542D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7447D-1E1B-47A4-81D1-BFFEFD63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C0AA-5606-4697-88D4-279D5F8A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83A77-6510-4092-ACB9-CA3FA1D5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8DD3-7088-4BEF-B0BF-CB4E1065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1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4A0579-42CE-4546-9D67-0B44228D0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CDE9A-5E37-480A-8309-486E222A5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F9F7D-1008-4584-B88C-0704C32D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37162-13F9-4483-9A34-C7761CCC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D00F-F554-4DB4-B14B-78997FA9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2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8E550-3126-4008-BF61-1ABDB680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9E1C9-8CA8-4E64-AF25-297D0476F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C03C-632D-4D0A-9395-6B0D28342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348E4-8A94-49C3-9386-6C9795475C0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A3392-9FA7-4455-9837-B32FCF09C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3C0B-1F7C-4546-93F9-D35EE982F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17A55-AFBE-4211-A78A-73AF7E746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8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0331-B0E2-4030-81A2-0D350707C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Scripting and Email Notifications in bound and outbound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E63E8-71CE-421C-AB09-5A69A6979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8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CDC0D-D4D8-49B4-8AEC-4D27D572A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282" y="564776"/>
            <a:ext cx="10663518" cy="5612187"/>
          </a:xfrm>
        </p:spPr>
        <p:txBody>
          <a:bodyPr>
            <a:normAutofit fontScale="25000" lnSpcReduction="20000"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28438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Email Notifications: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inbound action for New, Reply, Forward.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new type inbound action for ITIL users only.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new type inbound action for Abel </a:t>
            </a:r>
            <a:r>
              <a:rPr lang="en-GB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tuter</a:t>
            </a: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only.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How to eliminate guest user in incident caller when you create inbound action from the mail which is not present in the user table.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new inbound action for problems whenever a user sends email from not registered mail it should create one user account in the user table.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reply inbound action for the problem table with problem statement as email subject, Category as software, and description should update with email body.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Forward inbound action for problems to create new records.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new inbound action for any custom table to create a new record.</a:t>
            </a:r>
            <a:endParaRPr lang="en-US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requirement:1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outbound notification in incident table for caller, </a:t>
            </a:r>
            <a:r>
              <a:rPr lang="en-GB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cmdb</a:t>
            </a: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asssignedto</a:t>
            </a: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person,akrc701@gmail.com,callerdepartmenthead.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Whenever short description contains security word.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With Subject: Notify users -RPS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Body: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 Team,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Security ticket has been created please check the details.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Short description 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Description: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Configuration item 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thanks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requirement 2: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Create notification on incident table when caller is VIP and category is network to the users of network group and Caller manager with 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Subject: VIP caller ticket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Body : Hi Team,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VIP user raised the ticket please address this ASP please make it as priority 1 ticket.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Requirement 3: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inbound actions functionality and do research on the inbound actions.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Requirement 4: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8.Create a notification on incident table When Configuration item is Asset IBM or Annie IBM, TO the configuration item Assigned to person, Network group. with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Subject : CI related ticket (Number) is create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Body : Hi ,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Ticket Number(INC0000123) ( ticket number should come hyper link) is created please work on the ticket.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Create a notification on event is fired and triggered explore this.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 Check the inbound actions functionality, new , reply forward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0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9FD4-6B9B-4867-9A3C-F6AF8BFA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Inbound email actions 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69A11-493E-4849-9AED-6DB39445E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6433"/>
            <a:ext cx="10515600" cy="3629721"/>
          </a:xfrm>
        </p:spPr>
      </p:pic>
    </p:spTree>
    <p:extLst>
      <p:ext uri="{BB962C8B-B14F-4D97-AF65-F5344CB8AC3E}">
        <p14:creationId xmlns:p14="http://schemas.microsoft.com/office/powerpoint/2010/main" val="32335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A0C5-E258-4C00-91E4-940D9C30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Outbound email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6399E0-F977-4D26-9AD4-0CA33883A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449" y="1373043"/>
            <a:ext cx="7215575" cy="4351338"/>
          </a:xfrm>
        </p:spPr>
      </p:pic>
    </p:spTree>
    <p:extLst>
      <p:ext uri="{BB962C8B-B14F-4D97-AF65-F5344CB8AC3E}">
        <p14:creationId xmlns:p14="http://schemas.microsoft.com/office/powerpoint/2010/main" val="1175792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8A86-9D42-4CE1-8916-5045B9ED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F94AE-4C8D-4102-92C6-7AABC25FF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8438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Client scripts : 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Populates the logged-in user automatically in the caller field only for new Records.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a logged in user has an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itil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role, make the description ,channel mandatory.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Display the info message for the new record of the incident with “This is the new record of the incident (incident number ex: INC12345).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Custom Role named as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internal_tsb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,add it to the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user.Disable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Attachment feature on incident form if the logged in user is holding a custom role.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the logged in user is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abel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tuter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set the configuration item as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AssetIBM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and description set with ‘’This is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abel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tuter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ticket please take as priority to resolve’, It should work with new record only.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Autopopulate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logged in user in the opened on behalf of variable in variable set of your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catalog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project.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Hide task SLA related list in the incident for category network records.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Hide task SLA related list for the Users holding Admin Role.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Hide all related Lists for the tickets with category hardware tickets.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49580" marR="0" indent="-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a user changes the caller in the incident form : Description should be the incident is created by the user : caller full name ,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cmdb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mandatory,state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should be in progress.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Populate the description in the incident with contact type -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email.phone,walk-in,self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service,If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drop down changes value should change accordingly.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Two checkboxes  named as Analysis review and Analysis approved If analysis review is true, Analysis approve should be true automatically and vice versa.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77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25DDF-4F9D-46DD-B812-301F50C5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9" y="215153"/>
            <a:ext cx="10708341" cy="5961810"/>
          </a:xfrm>
        </p:spPr>
        <p:txBody>
          <a:bodyPr>
            <a:normAutofit fontScale="40000" lnSpcReduction="20000"/>
          </a:bodyPr>
          <a:lstStyle/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Create a dropdown named as “Related Section” with 3 options by including none with values like </a:t>
            </a:r>
            <a:r>
              <a:rPr lang="en-GB" sz="1800" b="1" u="none" strike="noStrike" dirty="0" err="1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Approvals,Governance</a:t>
            </a:r>
            <a:r>
              <a:rPr lang="en-GB" sz="1800" b="1" u="none" strike="noStrike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, Ticket metrics. Create 3 sections named as </a:t>
            </a:r>
            <a:r>
              <a:rPr lang="en-GB" sz="1800" b="1" u="none" strike="noStrike" dirty="0" err="1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Approvals,Governance</a:t>
            </a:r>
            <a:r>
              <a:rPr lang="en-GB" sz="1800" b="1" u="none" strike="noStrike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, and Ticket metrics. Display the section based on the Dropdown selection.</a:t>
            </a:r>
            <a:endParaRPr lang="en-US" sz="1800" u="none" strike="noStrike" dirty="0">
              <a:effectLst/>
              <a:highlight>
                <a:srgbClr val="FFFF00"/>
              </a:highlight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 </a:t>
            </a:r>
            <a:endParaRPr lang="en-US" sz="1800" dirty="0">
              <a:effectLst/>
              <a:highlight>
                <a:srgbClr val="FFFF00"/>
              </a:highlight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 </a:t>
            </a:r>
            <a:endParaRPr lang="en-US" sz="1800" dirty="0">
              <a:effectLst/>
              <a:highlight>
                <a:srgbClr val="FFFF00"/>
              </a:highlight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highlight>
                  <a:srgbClr val="FFFF00"/>
                </a:highlight>
                <a:ea typeface="Arial" panose="020B0604020202020204" pitchFamily="34" charset="0"/>
              </a:rPr>
              <a:t>Restrict form submission if the assignment group and assigned 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to is not filled.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Restrict the incident table category from hardware in the list show alert message Security Restrictions cannot edit.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Restrict the change of state to “in progress” from the list if the user has an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itil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role.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Populate alert messages while submitting the form with category software. If the category is software ,set the values in the description as “this is software ticket”.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On the catalogue item create two select box variables Operating system and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Os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Versions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Operating system - </a:t>
            </a:r>
            <a:r>
              <a:rPr lang="en-GB" sz="1800" b="1" dirty="0" err="1">
                <a:effectLst/>
                <a:ea typeface="Arial" panose="020B0604020202020204" pitchFamily="34" charset="0"/>
              </a:rPr>
              <a:t>Windows,Ubuntu,Linux,Mac</a:t>
            </a:r>
            <a:r>
              <a:rPr lang="en-GB" sz="1800" b="1" dirty="0">
                <a:effectLst/>
                <a:ea typeface="Arial" panose="020B0604020202020204" pitchFamily="34" charset="0"/>
              </a:rPr>
              <a:t> OS .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OS Versions : 2007,windows10,windows11,Ubuntu 21.10,Ubuntu 20.04.3 </a:t>
            </a:r>
            <a:r>
              <a:rPr lang="en-GB" sz="1800" b="1" dirty="0" err="1">
                <a:effectLst/>
                <a:ea typeface="Arial" panose="020B0604020202020204" pitchFamily="34" charset="0"/>
              </a:rPr>
              <a:t>LTS,Gentoo,Debian,Big</a:t>
            </a:r>
            <a:r>
              <a:rPr lang="en-GB" sz="1800" b="1" dirty="0">
                <a:effectLst/>
                <a:ea typeface="Arial" panose="020B0604020202020204" pitchFamily="34" charset="0"/>
              </a:rPr>
              <a:t> </a:t>
            </a:r>
            <a:r>
              <a:rPr lang="en-GB" sz="1800" b="1" dirty="0" err="1">
                <a:effectLst/>
                <a:ea typeface="Arial" panose="020B0604020202020204" pitchFamily="34" charset="0"/>
              </a:rPr>
              <a:t>Sur,Monterey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for selection of 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 Unicode MS"/>
                <a:cs typeface="Arial Unicode MS"/>
              </a:rPr>
              <a:t>⇒ </a:t>
            </a:r>
            <a:r>
              <a:rPr lang="en-GB" sz="1800" b="1" dirty="0">
                <a:effectLst/>
                <a:ea typeface="Arial" panose="020B0604020202020204" pitchFamily="34" charset="0"/>
              </a:rPr>
              <a:t>Windows -2007,windows10,windows11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 Unicode MS"/>
                <a:cs typeface="Arial Unicode MS"/>
              </a:rPr>
              <a:t>⇒ </a:t>
            </a:r>
            <a:r>
              <a:rPr lang="en-GB" sz="1800" b="1" dirty="0">
                <a:effectLst/>
                <a:ea typeface="Arial" panose="020B0604020202020204" pitchFamily="34" charset="0"/>
              </a:rPr>
              <a:t>Ubuntu - Ubuntu 21.10,Ubuntu 20.04.3 LTS,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 Unicode MS"/>
                <a:cs typeface="Arial Unicode MS"/>
              </a:rPr>
              <a:t>⇒ </a:t>
            </a:r>
            <a:r>
              <a:rPr lang="en-GB" sz="1800" b="1" dirty="0">
                <a:effectLst/>
                <a:ea typeface="Arial" panose="020B0604020202020204" pitchFamily="34" charset="0"/>
              </a:rPr>
              <a:t>Linux - </a:t>
            </a:r>
            <a:r>
              <a:rPr lang="en-GB" sz="1800" b="1" dirty="0" err="1">
                <a:effectLst/>
                <a:ea typeface="Arial" panose="020B0604020202020204" pitchFamily="34" charset="0"/>
              </a:rPr>
              <a:t>Gentoo,Debian</a:t>
            </a:r>
            <a:r>
              <a:rPr lang="en-GB" sz="1800" b="1" dirty="0">
                <a:effectLst/>
                <a:ea typeface="Arial" panose="020B0604020202020204" pitchFamily="34" charset="0"/>
              </a:rPr>
              <a:t>,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269875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 Unicode MS"/>
                <a:cs typeface="Arial Unicode MS"/>
              </a:rPr>
              <a:t>⇒ </a:t>
            </a:r>
            <a:r>
              <a:rPr lang="en-GB" sz="1800" b="1" dirty="0">
                <a:effectLst/>
                <a:ea typeface="Arial" panose="020B0604020202020204" pitchFamily="34" charset="0"/>
              </a:rPr>
              <a:t>Mac OS - Big </a:t>
            </a:r>
            <a:r>
              <a:rPr lang="en-GB" sz="1800" b="1" dirty="0" err="1">
                <a:effectLst/>
                <a:ea typeface="Arial" panose="020B0604020202020204" pitchFamily="34" charset="0"/>
              </a:rPr>
              <a:t>Sur,Monterey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When assigned to is empty, please make urgency mandatory.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the caller is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abel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tutor , make the description field mandatory.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Set impact field mandatory if priority is changed to critical.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caller id is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fred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luddy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restrict form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submission.put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an alert.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the description field is empty, set the contact type as self service else change the contact type to ‘walk in’.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the problem field on the incident form is empty, restrict form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submission.put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an alert.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If category is none hide sub category field on form.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Population assigned to Joe employee when contact type is phone.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the role is admin it should not allow a short description to edit the list.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the caller is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abraham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lincoln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set the category to hardware and Remove phone choice in Channel field.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When an incident is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assignedTo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someone show an alert message(this ticket is assigned to the assigned name).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When a login user is ITIL populates the Help Desk group.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Based on the choice selection checkbox should be checked,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Knowledge checkbox should be checked if the priority is 1.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Take two fields Requested For and Manager, If requested for selected Manager should populate accordingly.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Should not allow users to change the category to network in the list view. Display error message when user tries to change (You cannot change the category to Network). 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pPr marL="45720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effectLst/>
                <a:ea typeface="Arial" panose="020B0604020202020204" pitchFamily="34" charset="0"/>
              </a:rPr>
              <a:t> </a:t>
            </a:r>
            <a:endParaRPr lang="en-US" sz="1800" dirty="0">
              <a:effectLst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If analysis review checkbox checked state should move to </a:t>
            </a:r>
            <a:r>
              <a:rPr lang="en-GB" sz="1800" b="1" u="none" strike="noStrike" dirty="0" err="1">
                <a:effectLst/>
                <a:ea typeface="Arial" panose="020B0604020202020204" pitchFamily="34" charset="0"/>
              </a:rPr>
              <a:t>inprogress.Else</a:t>
            </a:r>
            <a:r>
              <a:rPr lang="en-GB" sz="1800" b="1" u="none" strike="noStrike" dirty="0">
                <a:effectLst/>
                <a:ea typeface="Arial" panose="020B0604020202020204" pitchFamily="34" charset="0"/>
              </a:rPr>
              <a:t> it should be a new state.</a:t>
            </a:r>
            <a:endParaRPr lang="en-US" sz="1800" u="none" strike="noStrike" dirty="0">
              <a:effectLst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E96D-A913-43A8-A833-D601E4CD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A386D-9A56-47B1-842E-22CC8FEAF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Caller Incident Count + Link in Notification</a:t>
            </a:r>
            <a:br>
              <a:rPr lang="en-US" dirty="0"/>
            </a:br>
            <a:r>
              <a:rPr lang="en-US" dirty="0"/>
              <a:t>Hi ${</a:t>
            </a:r>
            <a:r>
              <a:rPr lang="en-US" dirty="0" err="1"/>
              <a:t>caller_id</a:t>
            </a:r>
            <a:r>
              <a:rPr lang="en-US" dirty="0"/>
              <a:t>},&lt;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Your incident has been created.&lt;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${</a:t>
            </a:r>
            <a:r>
              <a:rPr lang="en-US" dirty="0" err="1"/>
              <a:t>mail_script:caller_incident_count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Thanks</a:t>
            </a:r>
          </a:p>
          <a:p>
            <a:r>
              <a:rPr lang="en-US" dirty="0"/>
              <a:t>Count of Problem Tickets Assigned To</a:t>
            </a:r>
            <a:br>
              <a:rPr lang="en-US" dirty="0"/>
            </a:br>
            <a:r>
              <a:rPr lang="en-US" dirty="0"/>
              <a:t>${</a:t>
            </a:r>
            <a:r>
              <a:rPr lang="en-US" dirty="0" err="1"/>
              <a:t>mail_script:problem_count_assigned</a:t>
            </a:r>
            <a:r>
              <a:rPr lang="en-US" dirty="0"/>
              <a:t>}</a:t>
            </a:r>
          </a:p>
          <a:p>
            <a:r>
              <a:rPr lang="en-US" dirty="0"/>
              <a:t>Display Data in Table Format (Email Body)</a:t>
            </a:r>
          </a:p>
        </p:txBody>
      </p:sp>
    </p:spTree>
    <p:extLst>
      <p:ext uri="{BB962C8B-B14F-4D97-AF65-F5344CB8AC3E}">
        <p14:creationId xmlns:p14="http://schemas.microsoft.com/office/powerpoint/2010/main" val="141493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CEF4-FCE1-48A5-980B-6A2D07F9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20EF-D6C8-44A3-9A61-8A569B5E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140428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a logged in user is a member of any of those 5 groups then show all groups including those 5. If a logged in user is not a member of any of those 5 groups then show all groups excluding those 5 groups.</a:t>
            </a:r>
            <a:b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GB" sz="1800" b="1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var groups = ['group_sysid1','group_sysid2','group_sysid3','group_sysid4','group_sysid5'];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var gr = new 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GlideRecord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sys_user_grmember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');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gr.addQuery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('user', 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gs.getUserID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());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gr.addQuery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('group', 'IN', 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groups.join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(','));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gr.query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if (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gr.hasNext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()) {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// User is member → show all groups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answer = '';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} else {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// Not member → exclude those 5 groups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answer = '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sys_idNOT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IN' + 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groups.join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(',');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}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We need all the Active users in the Caller Field and all users must belong to the IT Team only.</a:t>
            </a:r>
            <a:br>
              <a:rPr lang="en-GB" sz="1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800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active=true^department.name=IT</a:t>
            </a:r>
            <a:br>
              <a:rPr lang="en-GB" sz="1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1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D511-F2D6-46BA-ADBD-916415CD3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12" y="268941"/>
            <a:ext cx="10797988" cy="5908022"/>
          </a:xfrm>
        </p:spPr>
        <p:txBody>
          <a:bodyPr>
            <a:normAutofit fontScale="92500" lnSpcReduction="10000"/>
          </a:bodyPr>
          <a:lstStyle/>
          <a:p>
            <a:pPr marL="0" marR="0" lv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 want the VIP user available in the Caller Field of Incident Table.</a:t>
            </a:r>
          </a:p>
          <a:p>
            <a:pPr marL="0" marR="0" lv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u="none" strike="noStrike" dirty="0">
              <a:solidFill>
                <a:srgbClr val="1D1D1D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none" strike="noStrike" dirty="0" err="1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vip</a:t>
            </a:r>
            <a:r>
              <a:rPr lang="en-US" sz="2800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=true</a:t>
            </a:r>
          </a:p>
          <a:p>
            <a:pPr marL="0" marR="0" lv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u="none" strike="noStrike" dirty="0">
              <a:solidFill>
                <a:srgbClr val="1D1D1D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Show users in the caller field who belong to the same department as the logged in users department.</a:t>
            </a:r>
            <a:br>
              <a:rPr lang="en-GB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answer = 'department=' + </a:t>
            </a:r>
            <a:r>
              <a:rPr lang="en-US" sz="2800" b="1" u="none" strike="noStrike" dirty="0" err="1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gs.getUser</a:t>
            </a:r>
            <a:r>
              <a:rPr lang="en-US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().</a:t>
            </a:r>
            <a:r>
              <a:rPr lang="en-US" sz="2800" b="1" u="none" strike="noStrike" dirty="0" err="1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getDepartmentID</a:t>
            </a:r>
            <a:r>
              <a:rPr lang="en-US" sz="2800" b="1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();</a:t>
            </a:r>
            <a:endParaRPr lang="en-US" sz="2800" u="none" strike="noStrike" dirty="0">
              <a:solidFill>
                <a:srgbClr val="1D1D1D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Show only open changes in a related </a:t>
            </a:r>
            <a:r>
              <a:rPr lang="en-GB" sz="2800" b="1" u="none" strike="noStrike" dirty="0">
                <a:solidFill>
                  <a:srgbClr val="18803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Change Request</a:t>
            </a:r>
            <a: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 field.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800" u="none" strike="noStrike" dirty="0">
                <a:solidFill>
                  <a:srgbClr val="1D1D1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state!=closed</a:t>
            </a:r>
          </a:p>
          <a:p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We want to show/filter the users in the caller field whose location is the same as the Value of Location in the Incident Form.</a:t>
            </a:r>
            <a:b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answer = 'location=' + </a:t>
            </a:r>
            <a:r>
              <a:rPr lang="en-GB" sz="2800" b="1" u="none" strike="noStrike" dirty="0" err="1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current.location</a:t>
            </a:r>
            <a:r>
              <a:rPr lang="en-GB" sz="2800" b="1" u="none" strike="noStrike" dirty="0">
                <a:solidFill>
                  <a:srgbClr val="1D1D1D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;</a:t>
            </a:r>
            <a:endParaRPr lang="en-US" sz="2800" u="none" strike="noStrike" dirty="0">
              <a:solidFill>
                <a:srgbClr val="1D1D1D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28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5DFE-8347-44E6-9040-32661DF7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</a:t>
            </a:r>
            <a:r>
              <a:rPr lang="en-US" dirty="0"/>
              <a:t> request catalog item we used on change client scripts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693729-B6F6-4BDB-83A9-19B77A8C4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4645"/>
            <a:ext cx="10515600" cy="3453298"/>
          </a:xfrm>
        </p:spPr>
      </p:pic>
    </p:spTree>
    <p:extLst>
      <p:ext uri="{BB962C8B-B14F-4D97-AF65-F5344CB8AC3E}">
        <p14:creationId xmlns:p14="http://schemas.microsoft.com/office/powerpoint/2010/main" val="117648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7538-7C3F-4E85-A7C1-B8774D73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Glide Record</a:t>
            </a:r>
            <a:b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Insert a record in the user table with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Userid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 tech, phone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num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 9999999999.</a:t>
            </a:r>
            <a:br>
              <a:rPr lang="en-US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DF26E0-9D4F-4D3D-A436-9B27B4C44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1732" y="2148423"/>
            <a:ext cx="7068536" cy="3705742"/>
          </a:xfrm>
        </p:spPr>
      </p:pic>
    </p:spTree>
    <p:extLst>
      <p:ext uri="{BB962C8B-B14F-4D97-AF65-F5344CB8AC3E}">
        <p14:creationId xmlns:p14="http://schemas.microsoft.com/office/powerpoint/2010/main" val="595922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0568-397C-453F-AC74-C90C8387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custom role ‘’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Tsb_snow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’’, Assign this role to all the users in </a:t>
            </a:r>
            <a:r>
              <a:rPr lang="en-GB" sz="1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servicenow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By using Background script.</a:t>
            </a:r>
            <a:br>
              <a:rPr lang="en-US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4FBB8E-68B2-45BE-B199-198EEC26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3204" y="1574613"/>
            <a:ext cx="5965831" cy="3386976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CC7225-3819-46DE-BCBC-F5DF70198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75" y="1216165"/>
            <a:ext cx="3706399" cy="391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9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1614</Words>
  <Application>Microsoft Office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Office Theme</vt:lpstr>
      <vt:lpstr>Scripting and Email Notifications in bound and outbound</vt:lpstr>
      <vt:lpstr>PowerPoint Presentation</vt:lpstr>
      <vt:lpstr>Inbound email actions  tasks</vt:lpstr>
      <vt:lpstr>Outbound email tasks</vt:lpstr>
      <vt:lpstr>Client scripts</vt:lpstr>
      <vt:lpstr>PowerPoint Presentation</vt:lpstr>
      <vt:lpstr>EMAIL SCRIPTS</vt:lpstr>
      <vt:lpstr>Reference qualifiers</vt:lpstr>
      <vt:lpstr>PowerPoint Presentation</vt:lpstr>
      <vt:lpstr>Os request catalog item we used on change client scripts</vt:lpstr>
      <vt:lpstr>Glide Record Insert a record in the user table with Userid as tech, phone num as 9999999999. </vt:lpstr>
      <vt:lpstr>Create a custom role ‘’ Tsb_snow’’, Assign this role to all the users in servicenow. By using Background script.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Scripting </dc:title>
  <dc:creator>Vinay Tanneru</dc:creator>
  <cp:lastModifiedBy>Vinay Tanneru</cp:lastModifiedBy>
  <cp:revision>14</cp:revision>
  <dcterms:created xsi:type="dcterms:W3CDTF">2026-05-21T06:10:07Z</dcterms:created>
  <dcterms:modified xsi:type="dcterms:W3CDTF">2026-05-22T15:52:29Z</dcterms:modified>
</cp:coreProperties>
</file>